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74" r:id="rId7"/>
    <p:sldId id="275" r:id="rId8"/>
    <p:sldId id="276" r:id="rId9"/>
    <p:sldId id="277" r:id="rId10"/>
    <p:sldId id="278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A8"/>
    <a:srgbClr val="F8EDCA"/>
    <a:srgbClr val="F6EC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0667C6-986E-BD46-9280-6C4C1B2EDC1A}" v="262" dt="2026-03-26T09:18:37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ema til typografi 2 - Markering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ema til typografi 2 - Markering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ema til typografi 2 - Markering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ema til typografi 2 - Markering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ema til typografi 2 - Markering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ema til typografi 2 - Markering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yst layout 1 - Markering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yst layout 2 - Marker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D083AE6-46FA-4A59-8FB0-9F97EB10719F}" styleName="Lyst layout 3 - Markering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llemlayout 1 - Markering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llemlayout 1 - Markering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llemlayout 2 - Markering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yst layout 2 - Markering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3"/>
    <p:restoredTop sz="94707"/>
  </p:normalViewPr>
  <p:slideViewPr>
    <p:cSldViewPr snapToGrid="0">
      <p:cViewPr varScale="1">
        <p:scale>
          <a:sx n="258" d="100"/>
          <a:sy n="258" d="100"/>
        </p:scale>
        <p:origin x="147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Hørlykke Clemmensen" userId="S::pacl1000@stud.ek.dk::194c9eaf-12ff-4f88-90a6-f7043da69edc" providerId="AD" clId="Web-{E40D7E1C-FA26-C3ED-D767-FB16975C18B7}"/>
    <pc:docChg chg="modSld">
      <pc:chgData name="Patrick Hørlykke Clemmensen" userId="S::pacl1000@stud.ek.dk::194c9eaf-12ff-4f88-90a6-f7043da69edc" providerId="AD" clId="Web-{E40D7E1C-FA26-C3ED-D767-FB16975C18B7}" dt="2026-03-17T10:02:01.476" v="584"/>
      <pc:docMkLst>
        <pc:docMk/>
      </pc:docMkLst>
      <pc:sldChg chg="modSp">
        <pc:chgData name="Patrick Hørlykke Clemmensen" userId="S::pacl1000@stud.ek.dk::194c9eaf-12ff-4f88-90a6-f7043da69edc" providerId="AD" clId="Web-{E40D7E1C-FA26-C3ED-D767-FB16975C18B7}" dt="2026-03-17T10:02:01.476" v="584"/>
        <pc:sldMkLst>
          <pc:docMk/>
          <pc:sldMk cId="1347321764" sldId="277"/>
        </pc:sldMkLst>
        <pc:graphicFrameChg chg="mod modGraphic">
          <ac:chgData name="Patrick Hørlykke Clemmensen" userId="S::pacl1000@stud.ek.dk::194c9eaf-12ff-4f88-90a6-f7043da69edc" providerId="AD" clId="Web-{E40D7E1C-FA26-C3ED-D767-FB16975C18B7}" dt="2026-03-17T10:02:01.476" v="584"/>
          <ac:graphicFrameMkLst>
            <pc:docMk/>
            <pc:sldMk cId="1347321764" sldId="277"/>
            <ac:graphicFrameMk id="3" creationId="{86598BD2-4F25-198D-F3CB-6110ED7DDEB5}"/>
          </ac:graphicFrameMkLst>
        </pc:graphicFrameChg>
      </pc:sldChg>
    </pc:docChg>
  </pc:docChgLst>
  <pc:docChgLst>
    <pc:chgData name="Nicklas Marc Viftrup" userId="S::nivi1003@stud.ek.dk::d3e78819-e3bf-465a-a501-c3f092ea065e" providerId="AD" clId="Web-{996B1BD2-C7F1-2478-308F-66A1CB44A18A}"/>
    <pc:docChg chg="modSld">
      <pc:chgData name="Nicklas Marc Viftrup" userId="S::nivi1003@stud.ek.dk::d3e78819-e3bf-465a-a501-c3f092ea065e" providerId="AD" clId="Web-{996B1BD2-C7F1-2478-308F-66A1CB44A18A}" dt="2026-03-17T11:33:00.253" v="517"/>
      <pc:docMkLst>
        <pc:docMk/>
      </pc:docMkLst>
      <pc:sldChg chg="modSp">
        <pc:chgData name="Nicklas Marc Viftrup" userId="S::nivi1003@stud.ek.dk::d3e78819-e3bf-465a-a501-c3f092ea065e" providerId="AD" clId="Web-{996B1BD2-C7F1-2478-308F-66A1CB44A18A}" dt="2026-03-17T10:20:16.143" v="13"/>
        <pc:sldMkLst>
          <pc:docMk/>
          <pc:sldMk cId="1347321764" sldId="277"/>
        </pc:sldMkLst>
        <pc:graphicFrameChg chg="mod modGraphic">
          <ac:chgData name="Nicklas Marc Viftrup" userId="S::nivi1003@stud.ek.dk::d3e78819-e3bf-465a-a501-c3f092ea065e" providerId="AD" clId="Web-{996B1BD2-C7F1-2478-308F-66A1CB44A18A}" dt="2026-03-17T10:20:16.143" v="13"/>
          <ac:graphicFrameMkLst>
            <pc:docMk/>
            <pc:sldMk cId="1347321764" sldId="277"/>
            <ac:graphicFrameMk id="3" creationId="{86598BD2-4F25-198D-F3CB-6110ED7DDEB5}"/>
          </ac:graphicFrameMkLst>
        </pc:graphicFrameChg>
      </pc:sldChg>
      <pc:sldChg chg="modSp">
        <pc:chgData name="Nicklas Marc Viftrup" userId="S::nivi1003@stud.ek.dk::d3e78819-e3bf-465a-a501-c3f092ea065e" providerId="AD" clId="Web-{996B1BD2-C7F1-2478-308F-66A1CB44A18A}" dt="2026-03-17T11:03:12.931" v="413"/>
        <pc:sldMkLst>
          <pc:docMk/>
          <pc:sldMk cId="719454473" sldId="278"/>
        </pc:sldMkLst>
        <pc:graphicFrameChg chg="mod modGraphic">
          <ac:chgData name="Nicklas Marc Viftrup" userId="S::nivi1003@stud.ek.dk::d3e78819-e3bf-465a-a501-c3f092ea065e" providerId="AD" clId="Web-{996B1BD2-C7F1-2478-308F-66A1CB44A18A}" dt="2026-03-17T11:03:12.931" v="413"/>
          <ac:graphicFrameMkLst>
            <pc:docMk/>
            <pc:sldMk cId="719454473" sldId="278"/>
            <ac:graphicFrameMk id="3" creationId="{A8FCDA9B-A989-07C0-72AC-24C8F01A89E6}"/>
          </ac:graphicFrameMkLst>
        </pc:graphicFrameChg>
      </pc:sldChg>
    </pc:docChg>
  </pc:docChgLst>
  <pc:docChgLst>
    <pc:chgData name="Patrick Hørlykke Clemmensen" userId="S::pacl1000@stud.ek.dk::194c9eaf-12ff-4f88-90a6-f7043da69edc" providerId="AD" clId="Web-{5000A7AE-9035-9DF4-40CF-C5B23F39746E}"/>
    <pc:docChg chg="modSld">
      <pc:chgData name="Patrick Hørlykke Clemmensen" userId="S::pacl1000@stud.ek.dk::194c9eaf-12ff-4f88-90a6-f7043da69edc" providerId="AD" clId="Web-{5000A7AE-9035-9DF4-40CF-C5B23F39746E}" dt="2026-03-17T10:43:43.057" v="556"/>
      <pc:docMkLst>
        <pc:docMk/>
      </pc:docMkLst>
      <pc:sldChg chg="modSp">
        <pc:chgData name="Patrick Hørlykke Clemmensen" userId="S::pacl1000@stud.ek.dk::194c9eaf-12ff-4f88-90a6-f7043da69edc" providerId="AD" clId="Web-{5000A7AE-9035-9DF4-40CF-C5B23F39746E}" dt="2026-03-17T10:22:48.956" v="143"/>
        <pc:sldMkLst>
          <pc:docMk/>
          <pc:sldMk cId="1347321764" sldId="277"/>
        </pc:sldMkLst>
        <pc:graphicFrameChg chg="mod modGraphic">
          <ac:chgData name="Patrick Hørlykke Clemmensen" userId="S::pacl1000@stud.ek.dk::194c9eaf-12ff-4f88-90a6-f7043da69edc" providerId="AD" clId="Web-{5000A7AE-9035-9DF4-40CF-C5B23F39746E}" dt="2026-03-17T10:22:48.956" v="143"/>
          <ac:graphicFrameMkLst>
            <pc:docMk/>
            <pc:sldMk cId="1347321764" sldId="277"/>
            <ac:graphicFrameMk id="3" creationId="{86598BD2-4F25-198D-F3CB-6110ED7DDEB5}"/>
          </ac:graphicFrameMkLst>
        </pc:graphicFrameChg>
      </pc:sldChg>
      <pc:sldChg chg="modSp">
        <pc:chgData name="Patrick Hørlykke Clemmensen" userId="S::pacl1000@stud.ek.dk::194c9eaf-12ff-4f88-90a6-f7043da69edc" providerId="AD" clId="Web-{5000A7AE-9035-9DF4-40CF-C5B23F39746E}" dt="2026-03-17T10:43:43.057" v="556"/>
        <pc:sldMkLst>
          <pc:docMk/>
          <pc:sldMk cId="719454473" sldId="278"/>
        </pc:sldMkLst>
        <pc:graphicFrameChg chg="mod modGraphic">
          <ac:chgData name="Patrick Hørlykke Clemmensen" userId="S::pacl1000@stud.ek.dk::194c9eaf-12ff-4f88-90a6-f7043da69edc" providerId="AD" clId="Web-{5000A7AE-9035-9DF4-40CF-C5B23F39746E}" dt="2026-03-17T10:43:43.057" v="556"/>
          <ac:graphicFrameMkLst>
            <pc:docMk/>
            <pc:sldMk cId="719454473" sldId="278"/>
            <ac:graphicFrameMk id="3" creationId="{A8FCDA9B-A989-07C0-72AC-24C8F01A89E6}"/>
          </ac:graphicFrameMkLst>
        </pc:graphicFrameChg>
      </pc:sldChg>
    </pc:docChg>
  </pc:docChgLst>
  <pc:docChgLst>
    <pc:chgData name="Patrick Hørlykke Clemmensen" userId="S::pacl1000@stud.ek.dk::194c9eaf-12ff-4f88-90a6-f7043da69edc" providerId="AD" clId="Web-{05E4C84A-1375-6C14-5508-2F91ED05D6C1}"/>
    <pc:docChg chg="modSld">
      <pc:chgData name="Patrick Hørlykke Clemmensen" userId="S::pacl1000@stud.ek.dk::194c9eaf-12ff-4f88-90a6-f7043da69edc" providerId="AD" clId="Web-{05E4C84A-1375-6C14-5508-2F91ED05D6C1}" dt="2026-03-17T09:47:03.797" v="113"/>
      <pc:docMkLst>
        <pc:docMk/>
      </pc:docMkLst>
      <pc:sldChg chg="modSp">
        <pc:chgData name="Patrick Hørlykke Clemmensen" userId="S::pacl1000@stud.ek.dk::194c9eaf-12ff-4f88-90a6-f7043da69edc" providerId="AD" clId="Web-{05E4C84A-1375-6C14-5508-2F91ED05D6C1}" dt="2026-03-17T09:47:03.797" v="113"/>
        <pc:sldMkLst>
          <pc:docMk/>
          <pc:sldMk cId="1347321764" sldId="277"/>
        </pc:sldMkLst>
        <pc:graphicFrameChg chg="mod modGraphic">
          <ac:chgData name="Patrick Hørlykke Clemmensen" userId="S::pacl1000@stud.ek.dk::194c9eaf-12ff-4f88-90a6-f7043da69edc" providerId="AD" clId="Web-{05E4C84A-1375-6C14-5508-2F91ED05D6C1}" dt="2026-03-17T09:47:03.797" v="113"/>
          <ac:graphicFrameMkLst>
            <pc:docMk/>
            <pc:sldMk cId="1347321764" sldId="277"/>
            <ac:graphicFrameMk id="3" creationId="{86598BD2-4F25-198D-F3CB-6110ED7DDEB5}"/>
          </ac:graphicFrameMkLst>
        </pc:graphicFrameChg>
      </pc:sldChg>
    </pc:docChg>
  </pc:docChgLst>
  <pc:docChgLst>
    <pc:chgData name="Patrick Hørlykke Clemmensen" userId="S::pacl1000@stud.ek.dk::194c9eaf-12ff-4f88-90a6-f7043da69edc" providerId="AD" clId="Web-{94B8DE11-7217-6C56-43E7-7893B0FA1637}"/>
    <pc:docChg chg="addSld delSld modSld sldOrd">
      <pc:chgData name="Patrick Hørlykke Clemmensen" userId="S::pacl1000@stud.ek.dk::194c9eaf-12ff-4f88-90a6-f7043da69edc" providerId="AD" clId="Web-{94B8DE11-7217-6C56-43E7-7893B0FA1637}" dt="2026-03-17T11:33:53.279" v="573"/>
      <pc:docMkLst>
        <pc:docMk/>
      </pc:docMkLst>
      <pc:sldChg chg="modSp">
        <pc:chgData name="Patrick Hørlykke Clemmensen" userId="S::pacl1000@stud.ek.dk::194c9eaf-12ff-4f88-90a6-f7043da69edc" providerId="AD" clId="Web-{94B8DE11-7217-6C56-43E7-7893B0FA1637}" dt="2026-03-17T11:17:06.930" v="46"/>
        <pc:sldMkLst>
          <pc:docMk/>
          <pc:sldMk cId="719454473" sldId="278"/>
        </pc:sldMkLst>
        <pc:graphicFrameChg chg="mod modGraphic">
          <ac:chgData name="Patrick Hørlykke Clemmensen" userId="S::pacl1000@stud.ek.dk::194c9eaf-12ff-4f88-90a6-f7043da69edc" providerId="AD" clId="Web-{94B8DE11-7217-6C56-43E7-7893B0FA1637}" dt="2026-03-17T11:17:06.930" v="46"/>
          <ac:graphicFrameMkLst>
            <pc:docMk/>
            <pc:sldMk cId="719454473" sldId="278"/>
            <ac:graphicFrameMk id="3" creationId="{A8FCDA9B-A989-07C0-72AC-24C8F01A89E6}"/>
          </ac:graphicFrameMkLst>
        </pc:graphicFrameChg>
      </pc:sldChg>
    </pc:docChg>
  </pc:docChgLst>
  <pc:docChgLst>
    <pc:chgData name="Isak Pais" userId="96d61f0e-e78d-453a-9433-613bc3211e41" providerId="ADAL" clId="{22EA85B1-81B2-5777-9313-1EE7E65577AB}"/>
    <pc:docChg chg="undo redo custSel mod addSld delSld modSld">
      <pc:chgData name="Isak Pais" userId="96d61f0e-e78d-453a-9433-613bc3211e41" providerId="ADAL" clId="{22EA85B1-81B2-5777-9313-1EE7E65577AB}" dt="2026-03-26T09:24:23.132" v="4300" actId="33475"/>
      <pc:docMkLst>
        <pc:docMk/>
      </pc:docMkLst>
      <pc:sldChg chg="modSp mod modNotesTx">
        <pc:chgData name="Isak Pais" userId="96d61f0e-e78d-453a-9433-613bc3211e41" providerId="ADAL" clId="{22EA85B1-81B2-5777-9313-1EE7E65577AB}" dt="2026-03-26T09:19:11.055" v="4297" actId="20577"/>
        <pc:sldMkLst>
          <pc:docMk/>
          <pc:sldMk cId="0" sldId="256"/>
        </pc:sldMkLst>
        <pc:spChg chg="mod">
          <ac:chgData name="Isak Pais" userId="96d61f0e-e78d-453a-9433-613bc3211e41" providerId="ADAL" clId="{22EA85B1-81B2-5777-9313-1EE7E65577AB}" dt="2026-03-20T15:55:25.466" v="3668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Isak Pais" userId="96d61f0e-e78d-453a-9433-613bc3211e41" providerId="ADAL" clId="{22EA85B1-81B2-5777-9313-1EE7E65577AB}" dt="2026-03-26T09:19:11.055" v="4297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Isak Pais" userId="96d61f0e-e78d-453a-9433-613bc3211e41" providerId="ADAL" clId="{22EA85B1-81B2-5777-9313-1EE7E65577AB}" dt="2026-03-20T15:55:11.844" v="3665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Isak Pais" userId="96d61f0e-e78d-453a-9433-613bc3211e41" providerId="ADAL" clId="{22EA85B1-81B2-5777-9313-1EE7E65577AB}" dt="2026-03-20T15:55:15.976" v="3666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Isak Pais" userId="96d61f0e-e78d-453a-9433-613bc3211e41" providerId="ADAL" clId="{22EA85B1-81B2-5777-9313-1EE7E65577AB}" dt="2026-03-20T15:55:20.281" v="3667" actId="2711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 modNotesTx">
        <pc:chgData name="Isak Pais" userId="96d61f0e-e78d-453a-9433-613bc3211e41" providerId="ADAL" clId="{22EA85B1-81B2-5777-9313-1EE7E65577AB}" dt="2026-03-26T09:09:11.913" v="4045" actId="20577"/>
        <pc:sldMkLst>
          <pc:docMk/>
          <pc:sldMk cId="0" sldId="257"/>
        </pc:sldMkLst>
        <pc:spChg chg="mod">
          <ac:chgData name="Isak Pais" userId="96d61f0e-e78d-453a-9433-613bc3211e41" providerId="ADAL" clId="{22EA85B1-81B2-5777-9313-1EE7E65577AB}" dt="2026-03-18T08:20:49.804" v="1963" actId="207"/>
          <ac:spMkLst>
            <pc:docMk/>
            <pc:sldMk cId="0" sldId="257"/>
            <ac:spMk id="3" creationId="{00000000-0000-0000-0000-000000000000}"/>
          </ac:spMkLst>
        </pc:spChg>
        <pc:graphicFrameChg chg="add mod modGraphic">
          <ac:chgData name="Isak Pais" userId="96d61f0e-e78d-453a-9433-613bc3211e41" providerId="ADAL" clId="{22EA85B1-81B2-5777-9313-1EE7E65577AB}" dt="2026-03-26T09:08:21.307" v="4022" actId="20577"/>
          <ac:graphicFrameMkLst>
            <pc:docMk/>
            <pc:sldMk cId="0" sldId="257"/>
            <ac:graphicFrameMk id="15" creationId="{3879DE0F-6415-CB45-9D42-3BB02E9AA3C6}"/>
          </ac:graphicFrameMkLst>
        </pc:graphicFrameChg>
      </pc:sldChg>
      <pc:sldChg chg="addSp modSp mod">
        <pc:chgData name="Isak Pais" userId="96d61f0e-e78d-453a-9433-613bc3211e41" providerId="ADAL" clId="{22EA85B1-81B2-5777-9313-1EE7E65577AB}" dt="2026-03-26T09:18:37.568" v="4279"/>
        <pc:sldMkLst>
          <pc:docMk/>
          <pc:sldMk cId="0" sldId="270"/>
        </pc:sldMkLst>
        <pc:spChg chg="mod">
          <ac:chgData name="Isak Pais" userId="96d61f0e-e78d-453a-9433-613bc3211e41" providerId="ADAL" clId="{22EA85B1-81B2-5777-9313-1EE7E65577AB}" dt="2026-03-20T15:55:33.386" v="3672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Isak Pais" userId="96d61f0e-e78d-453a-9433-613bc3211e41" providerId="ADAL" clId="{22EA85B1-81B2-5777-9313-1EE7E65577AB}" dt="2026-03-26T09:18:37.206" v="4278" actId="20577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Isak Pais" userId="96d61f0e-e78d-453a-9433-613bc3211e41" providerId="ADAL" clId="{22EA85B1-81B2-5777-9313-1EE7E65577AB}" dt="2026-03-26T09:18:27.876" v="4275"/>
          <ac:spMkLst>
            <pc:docMk/>
            <pc:sldMk cId="0" sldId="270"/>
            <ac:spMk id="9" creationId="{CD75BAA9-2151-E0B7-AA00-B87C2B6FBC6F}"/>
          </ac:spMkLst>
        </pc:spChg>
        <pc:spChg chg="add mod">
          <ac:chgData name="Isak Pais" userId="96d61f0e-e78d-453a-9433-613bc3211e41" providerId="ADAL" clId="{22EA85B1-81B2-5777-9313-1EE7E65577AB}" dt="2026-03-26T09:18:27.876" v="4275"/>
          <ac:spMkLst>
            <pc:docMk/>
            <pc:sldMk cId="0" sldId="270"/>
            <ac:spMk id="10" creationId="{430A631C-C285-564B-4B64-145128805037}"/>
          </ac:spMkLst>
        </pc:spChg>
        <pc:spChg chg="add mod">
          <ac:chgData name="Isak Pais" userId="96d61f0e-e78d-453a-9433-613bc3211e41" providerId="ADAL" clId="{22EA85B1-81B2-5777-9313-1EE7E65577AB}" dt="2026-03-26T09:18:27.876" v="4275"/>
          <ac:spMkLst>
            <pc:docMk/>
            <pc:sldMk cId="0" sldId="270"/>
            <ac:spMk id="11" creationId="{636F1FE2-64A2-D808-E8F4-88FB92522805}"/>
          </ac:spMkLst>
        </pc:spChg>
        <pc:spChg chg="add mod">
          <ac:chgData name="Isak Pais" userId="96d61f0e-e78d-453a-9433-613bc3211e41" providerId="ADAL" clId="{22EA85B1-81B2-5777-9313-1EE7E65577AB}" dt="2026-03-26T09:18:37.568" v="4279"/>
          <ac:spMkLst>
            <pc:docMk/>
            <pc:sldMk cId="0" sldId="270"/>
            <ac:spMk id="13" creationId="{8BD08AC3-A5FB-D616-A145-D9D9983FCF49}"/>
          </ac:spMkLst>
        </pc:spChg>
        <pc:spChg chg="add mod">
          <ac:chgData name="Isak Pais" userId="96d61f0e-e78d-453a-9433-613bc3211e41" providerId="ADAL" clId="{22EA85B1-81B2-5777-9313-1EE7E65577AB}" dt="2026-03-26T09:18:37.568" v="4279"/>
          <ac:spMkLst>
            <pc:docMk/>
            <pc:sldMk cId="0" sldId="270"/>
            <ac:spMk id="14" creationId="{CDBD5A5E-4199-5242-B91D-7D9CF626C008}"/>
          </ac:spMkLst>
        </pc:spChg>
        <pc:spChg chg="add mod">
          <ac:chgData name="Isak Pais" userId="96d61f0e-e78d-453a-9433-613bc3211e41" providerId="ADAL" clId="{22EA85B1-81B2-5777-9313-1EE7E65577AB}" dt="2026-03-26T09:18:37.568" v="4279"/>
          <ac:spMkLst>
            <pc:docMk/>
            <pc:sldMk cId="0" sldId="270"/>
            <ac:spMk id="15" creationId="{FFA79C27-4CC8-9A12-1011-D72A317022A3}"/>
          </ac:spMkLst>
        </pc:spChg>
        <pc:picChg chg="add mod">
          <ac:chgData name="Isak Pais" userId="96d61f0e-e78d-453a-9433-613bc3211e41" providerId="ADAL" clId="{22EA85B1-81B2-5777-9313-1EE7E65577AB}" dt="2026-03-26T09:18:27.876" v="4275"/>
          <ac:picMkLst>
            <pc:docMk/>
            <pc:sldMk cId="0" sldId="270"/>
            <ac:picMk id="12" creationId="{7A278796-92B5-E712-AED3-C50A0C63890B}"/>
          </ac:picMkLst>
        </pc:picChg>
        <pc:picChg chg="add mod">
          <ac:chgData name="Isak Pais" userId="96d61f0e-e78d-453a-9433-613bc3211e41" providerId="ADAL" clId="{22EA85B1-81B2-5777-9313-1EE7E65577AB}" dt="2026-03-26T09:18:37.568" v="4279"/>
          <ac:picMkLst>
            <pc:docMk/>
            <pc:sldMk cId="0" sldId="270"/>
            <ac:picMk id="16" creationId="{5F0280E6-27FF-E92A-6D2B-F81BDC5F10F7}"/>
          </ac:picMkLst>
        </pc:picChg>
      </pc:sldChg>
      <pc:sldChg chg="addSp delSp modSp mod modNotesTx">
        <pc:chgData name="Isak Pais" userId="96d61f0e-e78d-453a-9433-613bc3211e41" providerId="ADAL" clId="{22EA85B1-81B2-5777-9313-1EE7E65577AB}" dt="2026-03-26T09:15:45.070" v="4271" actId="20577"/>
        <pc:sldMkLst>
          <pc:docMk/>
          <pc:sldMk cId="1596234566" sldId="274"/>
        </pc:sldMkLst>
        <pc:spChg chg="mod">
          <ac:chgData name="Isak Pais" userId="96d61f0e-e78d-453a-9433-613bc3211e41" providerId="ADAL" clId="{22EA85B1-81B2-5777-9313-1EE7E65577AB}" dt="2026-03-20T15:34:45.172" v="3150" actId="20577"/>
          <ac:spMkLst>
            <pc:docMk/>
            <pc:sldMk cId="1596234566" sldId="274"/>
            <ac:spMk id="5" creationId="{3288D970-8640-C9CE-857F-5C104225B7EE}"/>
          </ac:spMkLst>
        </pc:spChg>
        <pc:spChg chg="mod">
          <ac:chgData name="Isak Pais" userId="96d61f0e-e78d-453a-9433-613bc3211e41" providerId="ADAL" clId="{22EA85B1-81B2-5777-9313-1EE7E65577AB}" dt="2026-03-20T15:32:46.879" v="3128" actId="20577"/>
          <ac:spMkLst>
            <pc:docMk/>
            <pc:sldMk cId="1596234566" sldId="274"/>
            <ac:spMk id="6" creationId="{6D45AF20-444D-69D4-BE58-C5500BC39B9A}"/>
          </ac:spMkLst>
        </pc:spChg>
        <pc:spChg chg="mod">
          <ac:chgData name="Isak Pais" userId="96d61f0e-e78d-453a-9433-613bc3211e41" providerId="ADAL" clId="{22EA85B1-81B2-5777-9313-1EE7E65577AB}" dt="2026-03-26T09:15:45.070" v="4271" actId="20577"/>
          <ac:spMkLst>
            <pc:docMk/>
            <pc:sldMk cId="1596234566" sldId="274"/>
            <ac:spMk id="7" creationId="{79A66936-4CA0-C6A7-373A-1BB8693DEC6A}"/>
          </ac:spMkLst>
        </pc:spChg>
        <pc:spChg chg="mod">
          <ac:chgData name="Isak Pais" userId="96d61f0e-e78d-453a-9433-613bc3211e41" providerId="ADAL" clId="{22EA85B1-81B2-5777-9313-1EE7E65577AB}" dt="2026-03-20T15:33:38.569" v="3136" actId="164"/>
          <ac:spMkLst>
            <pc:docMk/>
            <pc:sldMk cId="1596234566" sldId="274"/>
            <ac:spMk id="10" creationId="{1E696374-EDE1-ADFE-15BA-232B70FDE9D3}"/>
          </ac:spMkLst>
        </pc:spChg>
        <pc:spChg chg="mod">
          <ac:chgData name="Isak Pais" userId="96d61f0e-e78d-453a-9433-613bc3211e41" providerId="ADAL" clId="{22EA85B1-81B2-5777-9313-1EE7E65577AB}" dt="2026-03-20T15:33:38.569" v="3136" actId="164"/>
          <ac:spMkLst>
            <pc:docMk/>
            <pc:sldMk cId="1596234566" sldId="274"/>
            <ac:spMk id="12" creationId="{7F203C5F-698E-CFE1-3847-1CB74DB55983}"/>
          </ac:spMkLst>
        </pc:spChg>
        <pc:spChg chg="mod">
          <ac:chgData name="Isak Pais" userId="96d61f0e-e78d-453a-9433-613bc3211e41" providerId="ADAL" clId="{22EA85B1-81B2-5777-9313-1EE7E65577AB}" dt="2026-03-20T15:33:38.569" v="3136" actId="164"/>
          <ac:spMkLst>
            <pc:docMk/>
            <pc:sldMk cId="1596234566" sldId="274"/>
            <ac:spMk id="15" creationId="{D7F7D122-E765-1925-B754-E7D6611C35A8}"/>
          </ac:spMkLst>
        </pc:spChg>
        <pc:spChg chg="mod">
          <ac:chgData name="Isak Pais" userId="96d61f0e-e78d-453a-9433-613bc3211e41" providerId="ADAL" clId="{22EA85B1-81B2-5777-9313-1EE7E65577AB}" dt="2026-03-20T15:26:47.949" v="2954" actId="27803"/>
          <ac:spMkLst>
            <pc:docMk/>
            <pc:sldMk cId="1596234566" sldId="274"/>
            <ac:spMk id="16" creationId="{1EEAA37F-799A-C9EF-F19F-57603C9072B8}"/>
          </ac:spMkLst>
        </pc:spChg>
        <pc:spChg chg="mod">
          <ac:chgData name="Isak Pais" userId="96d61f0e-e78d-453a-9433-613bc3211e41" providerId="ADAL" clId="{22EA85B1-81B2-5777-9313-1EE7E65577AB}" dt="2026-03-20T15:33:29.992" v="3135" actId="164"/>
          <ac:spMkLst>
            <pc:docMk/>
            <pc:sldMk cId="1596234566" sldId="274"/>
            <ac:spMk id="17" creationId="{B9A93123-6034-42EB-F47D-0D3353DD9ADB}"/>
          </ac:spMkLst>
        </pc:spChg>
        <pc:spChg chg="mod">
          <ac:chgData name="Isak Pais" userId="96d61f0e-e78d-453a-9433-613bc3211e41" providerId="ADAL" clId="{22EA85B1-81B2-5777-9313-1EE7E65577AB}" dt="2026-03-20T15:33:38.569" v="3136" actId="164"/>
          <ac:spMkLst>
            <pc:docMk/>
            <pc:sldMk cId="1596234566" sldId="274"/>
            <ac:spMk id="18" creationId="{A9B10E0B-152B-1C18-7208-04F16B2C410E}"/>
          </ac:spMkLst>
        </pc:spChg>
        <pc:spChg chg="mod">
          <ac:chgData name="Isak Pais" userId="96d61f0e-e78d-453a-9433-613bc3211e41" providerId="ADAL" clId="{22EA85B1-81B2-5777-9313-1EE7E65577AB}" dt="2026-03-20T15:33:38.569" v="3136" actId="164"/>
          <ac:spMkLst>
            <pc:docMk/>
            <pc:sldMk cId="1596234566" sldId="274"/>
            <ac:spMk id="20" creationId="{DB947251-57EB-E17B-D854-15460B77540D}"/>
          </ac:spMkLst>
        </pc:spChg>
        <pc:spChg chg="mod">
          <ac:chgData name="Isak Pais" userId="96d61f0e-e78d-453a-9433-613bc3211e41" providerId="ADAL" clId="{22EA85B1-81B2-5777-9313-1EE7E65577AB}" dt="2026-03-20T15:33:29.992" v="3135" actId="164"/>
          <ac:spMkLst>
            <pc:docMk/>
            <pc:sldMk cId="1596234566" sldId="274"/>
            <ac:spMk id="21" creationId="{A94ECB21-75EA-56F4-E3D4-4F1A72118660}"/>
          </ac:spMkLst>
        </pc:spChg>
        <pc:spChg chg="mod">
          <ac:chgData name="Isak Pais" userId="96d61f0e-e78d-453a-9433-613bc3211e41" providerId="ADAL" clId="{22EA85B1-81B2-5777-9313-1EE7E65577AB}" dt="2026-03-20T15:33:29.992" v="3135" actId="164"/>
          <ac:spMkLst>
            <pc:docMk/>
            <pc:sldMk cId="1596234566" sldId="274"/>
            <ac:spMk id="23" creationId="{FD59522E-0C09-FEF5-E5DE-8F532E815B49}"/>
          </ac:spMkLst>
        </pc:spChg>
        <pc:spChg chg="mod">
          <ac:chgData name="Isak Pais" userId="96d61f0e-e78d-453a-9433-613bc3211e41" providerId="ADAL" clId="{22EA85B1-81B2-5777-9313-1EE7E65577AB}" dt="2026-03-20T15:33:38.569" v="3136" actId="164"/>
          <ac:spMkLst>
            <pc:docMk/>
            <pc:sldMk cId="1596234566" sldId="274"/>
            <ac:spMk id="24" creationId="{7D71CA46-AFC6-A48B-2C76-A30A25550411}"/>
          </ac:spMkLst>
        </pc:spChg>
        <pc:spChg chg="mod">
          <ac:chgData name="Isak Pais" userId="96d61f0e-e78d-453a-9433-613bc3211e41" providerId="ADAL" clId="{22EA85B1-81B2-5777-9313-1EE7E65577AB}" dt="2026-03-20T15:30:46.045" v="3043" actId="12789"/>
          <ac:spMkLst>
            <pc:docMk/>
            <pc:sldMk cId="1596234566" sldId="274"/>
            <ac:spMk id="26" creationId="{4E4B1617-4769-3C3E-3755-2C10B4D27B51}"/>
          </ac:spMkLst>
        </pc:spChg>
        <pc:spChg chg="add del mod">
          <ac:chgData name="Isak Pais" userId="96d61f0e-e78d-453a-9433-613bc3211e41" providerId="ADAL" clId="{22EA85B1-81B2-5777-9313-1EE7E65577AB}" dt="2026-03-20T15:30:46.045" v="3043" actId="12789"/>
          <ac:spMkLst>
            <pc:docMk/>
            <pc:sldMk cId="1596234566" sldId="274"/>
            <ac:spMk id="27" creationId="{3011539F-FA4D-6EAA-1E5E-FB1A58CDB5EC}"/>
          </ac:spMkLst>
        </pc:spChg>
        <pc:spChg chg="mod">
          <ac:chgData name="Isak Pais" userId="96d61f0e-e78d-453a-9433-613bc3211e41" providerId="ADAL" clId="{22EA85B1-81B2-5777-9313-1EE7E65577AB}" dt="2026-03-20T15:30:36.728" v="3041" actId="12788"/>
          <ac:spMkLst>
            <pc:docMk/>
            <pc:sldMk cId="1596234566" sldId="274"/>
            <ac:spMk id="30" creationId="{CCDC50ED-41D6-92DB-3EE7-CB538B501B95}"/>
          </ac:spMkLst>
        </pc:spChg>
        <pc:spChg chg="add del mod">
          <ac:chgData name="Isak Pais" userId="96d61f0e-e78d-453a-9433-613bc3211e41" providerId="ADAL" clId="{22EA85B1-81B2-5777-9313-1EE7E65577AB}" dt="2026-03-20T15:30:36.728" v="3041" actId="12788"/>
          <ac:spMkLst>
            <pc:docMk/>
            <pc:sldMk cId="1596234566" sldId="274"/>
            <ac:spMk id="31" creationId="{B6FB44DA-B8B4-2332-5C1B-DCBC2A0921D0}"/>
          </ac:spMkLst>
        </pc:spChg>
        <pc:spChg chg="mod">
          <ac:chgData name="Isak Pais" userId="96d61f0e-e78d-453a-9433-613bc3211e41" providerId="ADAL" clId="{22EA85B1-81B2-5777-9313-1EE7E65577AB}" dt="2026-03-20T15:30:08.036" v="3029" actId="12788"/>
          <ac:spMkLst>
            <pc:docMk/>
            <pc:sldMk cId="1596234566" sldId="274"/>
            <ac:spMk id="34" creationId="{EB6BD70C-3EBE-56F9-6C18-8EB948F42F84}"/>
          </ac:spMkLst>
        </pc:spChg>
        <pc:spChg chg="mod">
          <ac:chgData name="Isak Pais" userId="96d61f0e-e78d-453a-9433-613bc3211e41" providerId="ADAL" clId="{22EA85B1-81B2-5777-9313-1EE7E65577AB}" dt="2026-03-20T15:30:17.873" v="3039" actId="20577"/>
          <ac:spMkLst>
            <pc:docMk/>
            <pc:sldMk cId="1596234566" sldId="274"/>
            <ac:spMk id="35" creationId="{DABBD141-5489-EF08-43B1-B81B8D9BFF5B}"/>
          </ac:spMkLst>
        </pc:spChg>
        <pc:spChg chg="mod">
          <ac:chgData name="Isak Pais" userId="96d61f0e-e78d-453a-9433-613bc3211e41" providerId="ADAL" clId="{22EA85B1-81B2-5777-9313-1EE7E65577AB}" dt="2026-03-20T16:01:39.111" v="3760" actId="114"/>
          <ac:spMkLst>
            <pc:docMk/>
            <pc:sldMk cId="1596234566" sldId="274"/>
            <ac:spMk id="37" creationId="{AA69456D-6A9D-13AA-4C67-A027F7440AF9}"/>
          </ac:spMkLst>
        </pc:spChg>
        <pc:spChg chg="mod">
          <ac:chgData name="Isak Pais" userId="96d61f0e-e78d-453a-9433-613bc3211e41" providerId="ADAL" clId="{22EA85B1-81B2-5777-9313-1EE7E65577AB}" dt="2026-03-20T16:01:35.264" v="3758" actId="113"/>
          <ac:spMkLst>
            <pc:docMk/>
            <pc:sldMk cId="1596234566" sldId="274"/>
            <ac:spMk id="38" creationId="{FD5D1A5E-9A9A-CAB2-CA1E-C8E5A54A947D}"/>
          </ac:spMkLst>
        </pc:spChg>
        <pc:spChg chg="mod">
          <ac:chgData name="Isak Pais" userId="96d61f0e-e78d-453a-9433-613bc3211e41" providerId="ADAL" clId="{22EA85B1-81B2-5777-9313-1EE7E65577AB}" dt="2026-03-20T16:01:36.930" v="3759" actId="114"/>
          <ac:spMkLst>
            <pc:docMk/>
            <pc:sldMk cId="1596234566" sldId="274"/>
            <ac:spMk id="39" creationId="{9F9BE7A1-D900-8C1A-84B9-6ED7040EBBA4}"/>
          </ac:spMkLst>
        </pc:spChg>
        <pc:spChg chg="mod">
          <ac:chgData name="Isak Pais" userId="96d61f0e-e78d-453a-9433-613bc3211e41" providerId="ADAL" clId="{22EA85B1-81B2-5777-9313-1EE7E65577AB}" dt="2026-03-20T16:01:41.190" v="3761" actId="114"/>
          <ac:spMkLst>
            <pc:docMk/>
            <pc:sldMk cId="1596234566" sldId="274"/>
            <ac:spMk id="40" creationId="{CC27B70A-2036-408D-7F8D-5F5CC4226917}"/>
          </ac:spMkLst>
        </pc:spChg>
        <pc:spChg chg="mod">
          <ac:chgData name="Isak Pais" userId="96d61f0e-e78d-453a-9433-613bc3211e41" providerId="ADAL" clId="{22EA85B1-81B2-5777-9313-1EE7E65577AB}" dt="2026-03-20T16:01:33.560" v="3757" actId="113"/>
          <ac:spMkLst>
            <pc:docMk/>
            <pc:sldMk cId="1596234566" sldId="274"/>
            <ac:spMk id="41" creationId="{3206384C-101C-BA74-9867-5B0E4EE9CE77}"/>
          </ac:spMkLst>
        </pc:spChg>
        <pc:spChg chg="mod">
          <ac:chgData name="Isak Pais" userId="96d61f0e-e78d-453a-9433-613bc3211e41" providerId="ADAL" clId="{22EA85B1-81B2-5777-9313-1EE7E65577AB}" dt="2026-03-20T16:01:43.141" v="3762" actId="114"/>
          <ac:spMkLst>
            <pc:docMk/>
            <pc:sldMk cId="1596234566" sldId="274"/>
            <ac:spMk id="42" creationId="{B1BBBF7B-7D17-21B4-49B2-AAF68B068E62}"/>
          </ac:spMkLst>
        </pc:spChg>
        <pc:spChg chg="mod">
          <ac:chgData name="Isak Pais" userId="96d61f0e-e78d-453a-9433-613bc3211e41" providerId="ADAL" clId="{22EA85B1-81B2-5777-9313-1EE7E65577AB}" dt="2026-03-20T15:33:38.569" v="3136" actId="164"/>
          <ac:spMkLst>
            <pc:docMk/>
            <pc:sldMk cId="1596234566" sldId="274"/>
            <ac:spMk id="44" creationId="{95F9C307-912A-B542-03E1-E21B40B8A50D}"/>
          </ac:spMkLst>
        </pc:spChg>
        <pc:spChg chg="add del mod">
          <ac:chgData name="Isak Pais" userId="96d61f0e-e78d-453a-9433-613bc3211e41" providerId="ADAL" clId="{22EA85B1-81B2-5777-9313-1EE7E65577AB}" dt="2026-03-20T15:30:54.257" v="3045" actId="12788"/>
          <ac:spMkLst>
            <pc:docMk/>
            <pc:sldMk cId="1596234566" sldId="274"/>
            <ac:spMk id="45" creationId="{90B38A62-5E67-07CF-1309-1A9BEADF7FED}"/>
          </ac:spMkLst>
        </pc:spChg>
        <pc:grpChg chg="add mod">
          <ac:chgData name="Isak Pais" userId="96d61f0e-e78d-453a-9433-613bc3211e41" providerId="ADAL" clId="{22EA85B1-81B2-5777-9313-1EE7E65577AB}" dt="2026-03-20T15:26:57.270" v="2956" actId="1076"/>
          <ac:grpSpMkLst>
            <pc:docMk/>
            <pc:sldMk cId="1596234566" sldId="274"/>
            <ac:grpSpMk id="43" creationId="{A845BB34-9BAE-E3F6-0786-02FEDAD5A794}"/>
          </ac:grpSpMkLst>
        </pc:grpChg>
      </pc:sldChg>
      <pc:sldChg chg="addSp delSp modSp mod modNotesTx">
        <pc:chgData name="Isak Pais" userId="96d61f0e-e78d-453a-9433-613bc3211e41" providerId="ADAL" clId="{22EA85B1-81B2-5777-9313-1EE7E65577AB}" dt="2026-03-26T09:15:38.991" v="4267" actId="20577"/>
        <pc:sldMkLst>
          <pc:docMk/>
          <pc:sldMk cId="3597257923" sldId="275"/>
        </pc:sldMkLst>
        <pc:spChg chg="mod">
          <ac:chgData name="Isak Pais" userId="96d61f0e-e78d-453a-9433-613bc3211e41" providerId="ADAL" clId="{22EA85B1-81B2-5777-9313-1EE7E65577AB}" dt="2026-03-20T15:49:50.283" v="3626" actId="12788"/>
          <ac:spMkLst>
            <pc:docMk/>
            <pc:sldMk cId="3597257923" sldId="275"/>
            <ac:spMk id="4" creationId="{6C592C28-0DAD-A35D-D7C6-7BC4EBD095E4}"/>
          </ac:spMkLst>
        </pc:spChg>
        <pc:spChg chg="mod">
          <ac:chgData name="Isak Pais" userId="96d61f0e-e78d-453a-9433-613bc3211e41" providerId="ADAL" clId="{22EA85B1-81B2-5777-9313-1EE7E65577AB}" dt="2026-03-26T09:15:38.991" v="4267" actId="20577"/>
          <ac:spMkLst>
            <pc:docMk/>
            <pc:sldMk cId="3597257923" sldId="275"/>
            <ac:spMk id="7" creationId="{0F90A249-B190-7914-D70F-2E400D063289}"/>
          </ac:spMkLst>
        </pc:spChg>
        <pc:spChg chg="mod">
          <ac:chgData name="Isak Pais" userId="96d61f0e-e78d-453a-9433-613bc3211e41" providerId="ADAL" clId="{22EA85B1-81B2-5777-9313-1EE7E65577AB}" dt="2026-03-20T15:49:42.966" v="3625" actId="12788"/>
          <ac:spMkLst>
            <pc:docMk/>
            <pc:sldMk cId="3597257923" sldId="275"/>
            <ac:spMk id="8" creationId="{068BC047-DFC3-A468-476D-EC4E9AA598A1}"/>
          </ac:spMkLst>
        </pc:spChg>
        <pc:spChg chg="mod topLvl">
          <ac:chgData name="Isak Pais" userId="96d61f0e-e78d-453a-9433-613bc3211e41" providerId="ADAL" clId="{22EA85B1-81B2-5777-9313-1EE7E65577AB}" dt="2026-03-20T15:40:28.444" v="3249" actId="14100"/>
          <ac:spMkLst>
            <pc:docMk/>
            <pc:sldMk cId="3597257923" sldId="275"/>
            <ac:spMk id="9" creationId="{2D4ED382-2FEF-EE37-3E59-DBC0853D26EA}"/>
          </ac:spMkLst>
        </pc:spChg>
        <pc:spChg chg="mod">
          <ac:chgData name="Isak Pais" userId="96d61f0e-e78d-453a-9433-613bc3211e41" providerId="ADAL" clId="{22EA85B1-81B2-5777-9313-1EE7E65577AB}" dt="2026-03-20T15:47:11.947" v="3576" actId="555"/>
          <ac:spMkLst>
            <pc:docMk/>
            <pc:sldMk cId="3597257923" sldId="275"/>
            <ac:spMk id="10" creationId="{CAB3E76D-8EA7-A856-D3B6-05CA458EDB3D}"/>
          </ac:spMkLst>
        </pc:spChg>
        <pc:spChg chg="mod topLvl">
          <ac:chgData name="Isak Pais" userId="96d61f0e-e78d-453a-9433-613bc3211e41" providerId="ADAL" clId="{22EA85B1-81B2-5777-9313-1EE7E65577AB}" dt="2026-03-20T15:46:22.225" v="3568" actId="12"/>
          <ac:spMkLst>
            <pc:docMk/>
            <pc:sldMk cId="3597257923" sldId="275"/>
            <ac:spMk id="11" creationId="{F3B8F563-DE38-7DEA-6644-05D91CF487C7}"/>
          </ac:spMkLst>
        </pc:spChg>
        <pc:spChg chg="mod">
          <ac:chgData name="Isak Pais" userId="96d61f0e-e78d-453a-9433-613bc3211e41" providerId="ADAL" clId="{22EA85B1-81B2-5777-9313-1EE7E65577AB}" dt="2026-03-20T15:47:11.947" v="3576" actId="555"/>
          <ac:spMkLst>
            <pc:docMk/>
            <pc:sldMk cId="3597257923" sldId="275"/>
            <ac:spMk id="12" creationId="{20B7E784-312C-36B6-1EA0-90D928E6F0AB}"/>
          </ac:spMkLst>
        </pc:spChg>
        <pc:spChg chg="mod">
          <ac:chgData name="Isak Pais" userId="96d61f0e-e78d-453a-9433-613bc3211e41" providerId="ADAL" clId="{22EA85B1-81B2-5777-9313-1EE7E65577AB}" dt="2026-03-20T15:49:50.283" v="3626" actId="12788"/>
          <ac:spMkLst>
            <pc:docMk/>
            <pc:sldMk cId="3597257923" sldId="275"/>
            <ac:spMk id="17" creationId="{89AF4EAB-704F-744A-93F3-C485E6DD40A7}"/>
          </ac:spMkLst>
        </pc:spChg>
        <pc:spChg chg="mod">
          <ac:chgData name="Isak Pais" userId="96d61f0e-e78d-453a-9433-613bc3211e41" providerId="ADAL" clId="{22EA85B1-81B2-5777-9313-1EE7E65577AB}" dt="2026-03-20T15:51:00.636" v="3633" actId="20577"/>
          <ac:spMkLst>
            <pc:docMk/>
            <pc:sldMk cId="3597257923" sldId="275"/>
            <ac:spMk id="18" creationId="{550A7587-D5FD-EB1B-A0D6-42E948A9DF05}"/>
          </ac:spMkLst>
        </pc:spChg>
        <pc:spChg chg="mod">
          <ac:chgData name="Isak Pais" userId="96d61f0e-e78d-453a-9433-613bc3211e41" providerId="ADAL" clId="{22EA85B1-81B2-5777-9313-1EE7E65577AB}" dt="2026-03-20T15:35:47.471" v="3159" actId="12788"/>
          <ac:spMkLst>
            <pc:docMk/>
            <pc:sldMk cId="3597257923" sldId="275"/>
            <ac:spMk id="19" creationId="{FD6D6D14-3426-EE66-8637-CDB61F058A50}"/>
          </ac:spMkLst>
        </pc:spChg>
        <pc:spChg chg="mod topLvl">
          <ac:chgData name="Isak Pais" userId="96d61f0e-e78d-453a-9433-613bc3211e41" providerId="ADAL" clId="{22EA85B1-81B2-5777-9313-1EE7E65577AB}" dt="2026-03-20T15:42:22.819" v="3318" actId="1076"/>
          <ac:spMkLst>
            <pc:docMk/>
            <pc:sldMk cId="3597257923" sldId="275"/>
            <ac:spMk id="20" creationId="{7E569360-CD5A-17D5-23FC-88231CC67B97}"/>
          </ac:spMkLst>
        </pc:spChg>
        <pc:spChg chg="mod topLvl">
          <ac:chgData name="Isak Pais" userId="96d61f0e-e78d-453a-9433-613bc3211e41" providerId="ADAL" clId="{22EA85B1-81B2-5777-9313-1EE7E65577AB}" dt="2026-03-20T15:39:47.938" v="3239" actId="12789"/>
          <ac:spMkLst>
            <pc:docMk/>
            <pc:sldMk cId="3597257923" sldId="275"/>
            <ac:spMk id="21" creationId="{808B4BD4-E18C-B8F4-2BD0-426D724734F2}"/>
          </ac:spMkLst>
        </pc:spChg>
        <pc:spChg chg="mod">
          <ac:chgData name="Isak Pais" userId="96d61f0e-e78d-453a-9433-613bc3211e41" providerId="ADAL" clId="{22EA85B1-81B2-5777-9313-1EE7E65577AB}" dt="2026-03-20T15:35:55.570" v="3160" actId="12788"/>
          <ac:spMkLst>
            <pc:docMk/>
            <pc:sldMk cId="3597257923" sldId="275"/>
            <ac:spMk id="22" creationId="{43510244-65DC-3AD9-B28B-5D628F348BFF}"/>
          </ac:spMkLst>
        </pc:spChg>
        <pc:spChg chg="mod">
          <ac:chgData name="Isak Pais" userId="96d61f0e-e78d-453a-9433-613bc3211e41" providerId="ADAL" clId="{22EA85B1-81B2-5777-9313-1EE7E65577AB}" dt="2026-03-20T15:49:33.156" v="3624" actId="12788"/>
          <ac:spMkLst>
            <pc:docMk/>
            <pc:sldMk cId="3597257923" sldId="275"/>
            <ac:spMk id="23" creationId="{D59A0552-BDBF-FECB-B637-AD62B01C880A}"/>
          </ac:spMkLst>
        </pc:spChg>
        <pc:spChg chg="mod">
          <ac:chgData name="Isak Pais" userId="96d61f0e-e78d-453a-9433-613bc3211e41" providerId="ADAL" clId="{22EA85B1-81B2-5777-9313-1EE7E65577AB}" dt="2026-03-20T15:50:32.074" v="3630" actId="1076"/>
          <ac:spMkLst>
            <pc:docMk/>
            <pc:sldMk cId="3597257923" sldId="275"/>
            <ac:spMk id="24" creationId="{4257EC8F-CC44-9458-89FA-8CED621D8F2C}"/>
          </ac:spMkLst>
        </pc:spChg>
        <pc:spChg chg="mod">
          <ac:chgData name="Isak Pais" userId="96d61f0e-e78d-453a-9433-613bc3211e41" providerId="ADAL" clId="{22EA85B1-81B2-5777-9313-1EE7E65577AB}" dt="2026-03-20T15:50:16.481" v="3628" actId="1076"/>
          <ac:spMkLst>
            <pc:docMk/>
            <pc:sldMk cId="3597257923" sldId="275"/>
            <ac:spMk id="25" creationId="{3A95D27A-1272-C47B-7A39-DB6C1BA09263}"/>
          </ac:spMkLst>
        </pc:spChg>
        <pc:spChg chg="mod">
          <ac:chgData name="Isak Pais" userId="96d61f0e-e78d-453a-9433-613bc3211e41" providerId="ADAL" clId="{22EA85B1-81B2-5777-9313-1EE7E65577AB}" dt="2026-03-20T15:48:51.878" v="3604" actId="20577"/>
          <ac:spMkLst>
            <pc:docMk/>
            <pc:sldMk cId="3597257923" sldId="275"/>
            <ac:spMk id="26" creationId="{65DA35CE-3ADF-1991-01EC-CC2353D41E74}"/>
          </ac:spMkLst>
        </pc:spChg>
        <pc:grpChg chg="add del mod">
          <ac:chgData name="Isak Pais" userId="96d61f0e-e78d-453a-9433-613bc3211e41" providerId="ADAL" clId="{22EA85B1-81B2-5777-9313-1EE7E65577AB}" dt="2026-03-20T15:35:08.722" v="3152" actId="165"/>
          <ac:grpSpMkLst>
            <pc:docMk/>
            <pc:sldMk cId="3597257923" sldId="275"/>
            <ac:grpSpMk id="5" creationId="{E758FA3F-10A2-69BE-0AA3-B0CF3757FE7E}"/>
          </ac:grpSpMkLst>
        </pc:grpChg>
      </pc:sldChg>
      <pc:sldChg chg="addSp modSp mod">
        <pc:chgData name="Isak Pais" userId="96d61f0e-e78d-453a-9433-613bc3211e41" providerId="ADAL" clId="{22EA85B1-81B2-5777-9313-1EE7E65577AB}" dt="2026-03-26T09:15:35.080" v="4263" actId="20577"/>
        <pc:sldMkLst>
          <pc:docMk/>
          <pc:sldMk cId="3279433044" sldId="276"/>
        </pc:sldMkLst>
        <pc:spChg chg="mod">
          <ac:chgData name="Isak Pais" userId="96d61f0e-e78d-453a-9433-613bc3211e41" providerId="ADAL" clId="{22EA85B1-81B2-5777-9313-1EE7E65577AB}" dt="2026-03-18T08:41:25.109" v="2463" actId="20577"/>
          <ac:spMkLst>
            <pc:docMk/>
            <pc:sldMk cId="3279433044" sldId="276"/>
            <ac:spMk id="6" creationId="{EE5D54FB-96A3-839A-86CA-4754F6042311}"/>
          </ac:spMkLst>
        </pc:spChg>
        <pc:spChg chg="mod">
          <ac:chgData name="Isak Pais" userId="96d61f0e-e78d-453a-9433-613bc3211e41" providerId="ADAL" clId="{22EA85B1-81B2-5777-9313-1EE7E65577AB}" dt="2026-03-26T09:15:35.080" v="4263" actId="20577"/>
          <ac:spMkLst>
            <pc:docMk/>
            <pc:sldMk cId="3279433044" sldId="276"/>
            <ac:spMk id="7" creationId="{EC2C6CBE-D446-58E3-B0C1-FDB344F5A993}"/>
          </ac:spMkLst>
        </pc:spChg>
        <pc:graphicFrameChg chg="mod modGraphic">
          <ac:chgData name="Isak Pais" userId="96d61f0e-e78d-453a-9433-613bc3211e41" providerId="ADAL" clId="{22EA85B1-81B2-5777-9313-1EE7E65577AB}" dt="2026-03-26T09:13:44.055" v="4145" actId="20577"/>
          <ac:graphicFrameMkLst>
            <pc:docMk/>
            <pc:sldMk cId="3279433044" sldId="276"/>
            <ac:graphicFrameMk id="5" creationId="{6235A949-707A-A198-1C47-0D393D05E38D}"/>
          </ac:graphicFrameMkLst>
        </pc:graphicFrameChg>
      </pc:sldChg>
      <pc:sldChg chg="addSp delSp modSp mod modNotesTx">
        <pc:chgData name="Isak Pais" userId="96d61f0e-e78d-453a-9433-613bc3211e41" providerId="ADAL" clId="{22EA85B1-81B2-5777-9313-1EE7E65577AB}" dt="2026-03-26T09:15:29.418" v="4249" actId="20577"/>
        <pc:sldMkLst>
          <pc:docMk/>
          <pc:sldMk cId="1347321764" sldId="277"/>
        </pc:sldMkLst>
        <pc:spChg chg="mod">
          <ac:chgData name="Isak Pais" userId="96d61f0e-e78d-453a-9433-613bc3211e41" providerId="ADAL" clId="{22EA85B1-81B2-5777-9313-1EE7E65577AB}" dt="2026-03-26T09:14:11.122" v="4199" actId="20577"/>
          <ac:spMkLst>
            <pc:docMk/>
            <pc:sldMk cId="1347321764" sldId="277"/>
            <ac:spMk id="6" creationId="{73E2E8E0-074F-24CF-3181-AA12C07A9E2A}"/>
          </ac:spMkLst>
        </pc:spChg>
        <pc:spChg chg="mod">
          <ac:chgData name="Isak Pais" userId="96d61f0e-e78d-453a-9433-613bc3211e41" providerId="ADAL" clId="{22EA85B1-81B2-5777-9313-1EE7E65577AB}" dt="2026-03-26T09:15:29.418" v="4249" actId="20577"/>
          <ac:spMkLst>
            <pc:docMk/>
            <pc:sldMk cId="1347321764" sldId="277"/>
            <ac:spMk id="7" creationId="{75560044-4668-2BF7-CCAE-23732E56FC48}"/>
          </ac:spMkLst>
        </pc:spChg>
        <pc:graphicFrameChg chg="add mod modGraphic">
          <ac:chgData name="Isak Pais" userId="96d61f0e-e78d-453a-9433-613bc3211e41" providerId="ADAL" clId="{22EA85B1-81B2-5777-9313-1EE7E65577AB}" dt="2026-03-20T15:51:51.477" v="3657" actId="20577"/>
          <ac:graphicFrameMkLst>
            <pc:docMk/>
            <pc:sldMk cId="1347321764" sldId="277"/>
            <ac:graphicFrameMk id="3" creationId="{86598BD2-4F25-198D-F3CB-6110ED7DDEB5}"/>
          </ac:graphicFrameMkLst>
        </pc:graphicFrameChg>
      </pc:sldChg>
      <pc:sldChg chg="modSp add mod modNotesTx">
        <pc:chgData name="Isak Pais" userId="96d61f0e-e78d-453a-9433-613bc3211e41" providerId="ADAL" clId="{22EA85B1-81B2-5777-9313-1EE7E65577AB}" dt="2026-03-26T09:15:18.915" v="4233" actId="20577"/>
        <pc:sldMkLst>
          <pc:docMk/>
          <pc:sldMk cId="719454473" sldId="278"/>
        </pc:sldMkLst>
        <pc:spChg chg="mod">
          <ac:chgData name="Isak Pais" userId="96d61f0e-e78d-453a-9433-613bc3211e41" providerId="ADAL" clId="{22EA85B1-81B2-5777-9313-1EE7E65577AB}" dt="2026-03-18T08:41:45.799" v="2478" actId="20577"/>
          <ac:spMkLst>
            <pc:docMk/>
            <pc:sldMk cId="719454473" sldId="278"/>
            <ac:spMk id="6" creationId="{0F6C4B3A-2B4E-F9B6-D5BD-0279BBE26B90}"/>
          </ac:spMkLst>
        </pc:spChg>
        <pc:spChg chg="mod">
          <ac:chgData name="Isak Pais" userId="96d61f0e-e78d-453a-9433-613bc3211e41" providerId="ADAL" clId="{22EA85B1-81B2-5777-9313-1EE7E65577AB}" dt="2026-03-26T09:15:18.915" v="4233" actId="20577"/>
          <ac:spMkLst>
            <pc:docMk/>
            <pc:sldMk cId="719454473" sldId="278"/>
            <ac:spMk id="7" creationId="{6B73759F-4F7A-C3F5-9C3C-D9AC450B0E9A}"/>
          </ac:spMkLst>
        </pc:spChg>
        <pc:graphicFrameChg chg="mod modGraphic">
          <ac:chgData name="Isak Pais" userId="96d61f0e-e78d-453a-9433-613bc3211e41" providerId="ADAL" clId="{22EA85B1-81B2-5777-9313-1EE7E65577AB}" dt="2026-03-18T09:26:31.982" v="2930" actId="20577"/>
          <ac:graphicFrameMkLst>
            <pc:docMk/>
            <pc:sldMk cId="719454473" sldId="278"/>
            <ac:graphicFrameMk id="3" creationId="{A8FCDA9B-A989-07C0-72AC-24C8F01A89E6}"/>
          </ac:graphicFrameMkLst>
        </pc:graphicFrameChg>
      </pc:sldChg>
      <pc:sldChg chg="modSp del mod">
        <pc:chgData name="Isak Pais" userId="96d61f0e-e78d-453a-9433-613bc3211e41" providerId="ADAL" clId="{22EA85B1-81B2-5777-9313-1EE7E65577AB}" dt="2026-03-25T09:50:13.405" v="4015" actId="2696"/>
        <pc:sldMkLst>
          <pc:docMk/>
          <pc:sldMk cId="854906960" sldId="27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94A04F-8C58-0A49-90EE-665FB8445514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9E40C470-09E1-384D-84B3-0BFF9E4CA902}">
      <dgm:prSet phldrT="[Tekst]"/>
      <dgm:spPr>
        <a:solidFill>
          <a:srgbClr val="F8EDCA"/>
        </a:solidFill>
        <a:ln>
          <a:solidFill>
            <a:srgbClr val="0038A8"/>
          </a:solidFill>
        </a:ln>
      </dgm:spPr>
      <dgm:t>
        <a:bodyPr/>
        <a:lstStyle/>
        <a:p>
          <a:r>
            <a:rPr lang="da-DK" i="1" dirty="0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1 | Stakeholder </a:t>
          </a:r>
          <a:r>
            <a:rPr lang="da-DK" i="1" dirty="0" err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analysis</a:t>
          </a:r>
          <a:endParaRPr lang="da-DK" i="1" dirty="0">
            <a:solidFill>
              <a:srgbClr val="0038A8"/>
            </a:solidFill>
            <a:latin typeface="Aptos Serif" panose="02020604070405020304" pitchFamily="18" charset="0"/>
            <a:cs typeface="Aptos Serif" panose="02020604070405020304" pitchFamily="18" charset="0"/>
          </a:endParaRPr>
        </a:p>
      </dgm:t>
    </dgm:pt>
    <dgm:pt modelId="{12477103-5495-DE4B-9B34-91C8786B098C}" type="parTrans" cxnId="{5CC5A6FC-96BE-FA42-B7B0-948A03CA5C39}">
      <dgm:prSet/>
      <dgm:spPr/>
      <dgm:t>
        <a:bodyPr/>
        <a:lstStyle/>
        <a:p>
          <a:endParaRPr lang="da-DK"/>
        </a:p>
      </dgm:t>
    </dgm:pt>
    <dgm:pt modelId="{197A8D8A-1157-FD41-9168-3BAD8EC1F73D}" type="sibTrans" cxnId="{5CC5A6FC-96BE-FA42-B7B0-948A03CA5C39}">
      <dgm:prSet/>
      <dgm:spPr/>
      <dgm:t>
        <a:bodyPr/>
        <a:lstStyle/>
        <a:p>
          <a:endParaRPr lang="da-DK"/>
        </a:p>
      </dgm:t>
    </dgm:pt>
    <dgm:pt modelId="{4E3DA764-AB50-CC4B-B78E-74441404648A}">
      <dgm:prSet phldrT="[Tekst]"/>
      <dgm:spPr>
        <a:solidFill>
          <a:srgbClr val="F8EDCA"/>
        </a:solidFill>
        <a:ln>
          <a:solidFill>
            <a:srgbClr val="0038A8"/>
          </a:solidFill>
        </a:ln>
      </dgm:spPr>
      <dgm:t>
        <a:bodyPr/>
        <a:lstStyle/>
        <a:p>
          <a:r>
            <a:rPr lang="da-DK" i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2 | SWOT </a:t>
          </a:r>
          <a:r>
            <a:rPr lang="da-DK" i="1" err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analysis</a:t>
          </a:r>
          <a:endParaRPr lang="da-DK" i="1">
            <a:solidFill>
              <a:srgbClr val="0038A8"/>
            </a:solidFill>
            <a:latin typeface="Aptos Serif" panose="02020604070405020304" pitchFamily="18" charset="0"/>
            <a:cs typeface="Aptos Serif" panose="02020604070405020304" pitchFamily="18" charset="0"/>
          </a:endParaRPr>
        </a:p>
      </dgm:t>
    </dgm:pt>
    <dgm:pt modelId="{CFF3CC10-A578-8341-AA97-991BBA419CF9}" type="parTrans" cxnId="{7B1606C4-C713-1F4C-85CE-AABD80621E97}">
      <dgm:prSet/>
      <dgm:spPr/>
      <dgm:t>
        <a:bodyPr/>
        <a:lstStyle/>
        <a:p>
          <a:endParaRPr lang="da-DK"/>
        </a:p>
      </dgm:t>
    </dgm:pt>
    <dgm:pt modelId="{BD5050F8-11F6-1648-AC19-4C0BDD1373C9}" type="sibTrans" cxnId="{7B1606C4-C713-1F4C-85CE-AABD80621E97}">
      <dgm:prSet/>
      <dgm:spPr/>
      <dgm:t>
        <a:bodyPr/>
        <a:lstStyle/>
        <a:p>
          <a:endParaRPr lang="da-DK"/>
        </a:p>
      </dgm:t>
    </dgm:pt>
    <dgm:pt modelId="{83A1FB73-2842-9449-BE59-D9689DC68EB8}">
      <dgm:prSet/>
      <dgm:spPr>
        <a:solidFill>
          <a:srgbClr val="F8EDCA"/>
        </a:solidFill>
        <a:ln>
          <a:solidFill>
            <a:srgbClr val="0038A8"/>
          </a:solidFill>
        </a:ln>
      </dgm:spPr>
      <dgm:t>
        <a:bodyPr/>
        <a:lstStyle/>
        <a:p>
          <a:r>
            <a:rPr lang="da-DK" i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3 | Potential </a:t>
          </a:r>
          <a:r>
            <a:rPr lang="da-DK" i="1" err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risks</a:t>
          </a:r>
          <a:endParaRPr lang="da-DK" i="1">
            <a:solidFill>
              <a:srgbClr val="0038A8"/>
            </a:solidFill>
            <a:latin typeface="Aptos Serif" panose="02020604070405020304" pitchFamily="18" charset="0"/>
            <a:cs typeface="Aptos Serif" panose="02020604070405020304" pitchFamily="18" charset="0"/>
          </a:endParaRPr>
        </a:p>
      </dgm:t>
    </dgm:pt>
    <dgm:pt modelId="{1FDBC777-BF33-E347-BDD7-5FE6417FFA7E}" type="parTrans" cxnId="{1483ADD9-2AAC-F747-9491-4DEF52556328}">
      <dgm:prSet/>
      <dgm:spPr/>
      <dgm:t>
        <a:bodyPr/>
        <a:lstStyle/>
        <a:p>
          <a:endParaRPr lang="da-DK"/>
        </a:p>
      </dgm:t>
    </dgm:pt>
    <dgm:pt modelId="{7A65515A-EEDE-5C4E-B83B-5E4B6FC8F58B}" type="sibTrans" cxnId="{1483ADD9-2AAC-F747-9491-4DEF52556328}">
      <dgm:prSet/>
      <dgm:spPr/>
      <dgm:t>
        <a:bodyPr/>
        <a:lstStyle/>
        <a:p>
          <a:endParaRPr lang="da-DK"/>
        </a:p>
      </dgm:t>
    </dgm:pt>
    <dgm:pt modelId="{A4C62790-9BD5-A244-893F-70F5B11B5C1C}">
      <dgm:prSet/>
      <dgm:spPr>
        <a:solidFill>
          <a:srgbClr val="F8EDCA"/>
        </a:solidFill>
        <a:ln>
          <a:solidFill>
            <a:srgbClr val="0038A8"/>
          </a:solidFill>
        </a:ln>
      </dgm:spPr>
      <dgm:t>
        <a:bodyPr/>
        <a:lstStyle/>
        <a:p>
          <a:r>
            <a:rPr lang="da-DK" i="1" dirty="0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4 | </a:t>
          </a:r>
          <a:r>
            <a:rPr lang="da-DK" i="1" dirty="0" err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Probability-Impact</a:t>
          </a:r>
          <a:r>
            <a:rPr lang="da-DK" i="1" dirty="0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 matrix</a:t>
          </a:r>
        </a:p>
      </dgm:t>
    </dgm:pt>
    <dgm:pt modelId="{646FD613-365D-D944-BBCD-44FD8643DECC}" type="parTrans" cxnId="{5CBD7394-80E8-8B41-875E-A69C9942A977}">
      <dgm:prSet/>
      <dgm:spPr/>
      <dgm:t>
        <a:bodyPr/>
        <a:lstStyle/>
        <a:p>
          <a:endParaRPr lang="da-DK"/>
        </a:p>
      </dgm:t>
    </dgm:pt>
    <dgm:pt modelId="{E73954C8-C6FA-B641-BAC8-19CB73EB5D67}" type="sibTrans" cxnId="{5CBD7394-80E8-8B41-875E-A69C9942A977}">
      <dgm:prSet/>
      <dgm:spPr/>
      <dgm:t>
        <a:bodyPr/>
        <a:lstStyle/>
        <a:p>
          <a:endParaRPr lang="da-DK"/>
        </a:p>
      </dgm:t>
    </dgm:pt>
    <dgm:pt modelId="{B1548485-7158-B54B-9BA1-0FAAD65B5DF2}">
      <dgm:prSet/>
      <dgm:spPr>
        <a:solidFill>
          <a:srgbClr val="F8EDCA"/>
        </a:solidFill>
        <a:ln>
          <a:solidFill>
            <a:srgbClr val="0038A8"/>
          </a:solidFill>
        </a:ln>
      </dgm:spPr>
      <dgm:t>
        <a:bodyPr/>
        <a:lstStyle/>
        <a:p>
          <a:r>
            <a:rPr lang="da-DK" i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5 | Risk </a:t>
          </a:r>
          <a:r>
            <a:rPr lang="da-DK" i="1" err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mitigation</a:t>
          </a:r>
          <a:r>
            <a:rPr lang="da-DK" i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 plan</a:t>
          </a:r>
        </a:p>
      </dgm:t>
    </dgm:pt>
    <dgm:pt modelId="{4B756916-3E97-4C44-ADF6-FECDB22DBD6D}" type="parTrans" cxnId="{8ECF1118-D853-8046-BAE0-04069CB55AA5}">
      <dgm:prSet/>
      <dgm:spPr/>
      <dgm:t>
        <a:bodyPr/>
        <a:lstStyle/>
        <a:p>
          <a:endParaRPr lang="da-DK"/>
        </a:p>
      </dgm:t>
    </dgm:pt>
    <dgm:pt modelId="{F51D6162-F693-0440-8F4D-538752DA0363}" type="sibTrans" cxnId="{8ECF1118-D853-8046-BAE0-04069CB55AA5}">
      <dgm:prSet/>
      <dgm:spPr/>
      <dgm:t>
        <a:bodyPr/>
        <a:lstStyle/>
        <a:p>
          <a:endParaRPr lang="da-DK"/>
        </a:p>
      </dgm:t>
    </dgm:pt>
    <dgm:pt modelId="{3AC1BD28-7B64-5245-AE68-51F52A8EF017}" type="pres">
      <dgm:prSet presAssocID="{DC94A04F-8C58-0A49-90EE-665FB8445514}" presName="linear" presStyleCnt="0">
        <dgm:presLayoutVars>
          <dgm:animLvl val="lvl"/>
          <dgm:resizeHandles val="exact"/>
        </dgm:presLayoutVars>
      </dgm:prSet>
      <dgm:spPr/>
    </dgm:pt>
    <dgm:pt modelId="{71602033-09E6-7341-9575-0A2F4671B67C}" type="pres">
      <dgm:prSet presAssocID="{9E40C470-09E1-384D-84B3-0BFF9E4CA902}" presName="parentText" presStyleLbl="node1" presStyleIdx="0" presStyleCnt="5" custScaleY="100016">
        <dgm:presLayoutVars>
          <dgm:chMax val="0"/>
          <dgm:bulletEnabled val="1"/>
        </dgm:presLayoutVars>
      </dgm:prSet>
      <dgm:spPr/>
    </dgm:pt>
    <dgm:pt modelId="{9897C135-62CA-204A-B3B9-AE76FFA8D9F3}" type="pres">
      <dgm:prSet presAssocID="{197A8D8A-1157-FD41-9168-3BAD8EC1F73D}" presName="spacer" presStyleCnt="0"/>
      <dgm:spPr/>
    </dgm:pt>
    <dgm:pt modelId="{C768ECD3-B4C2-D148-B77D-54B228BC05A4}" type="pres">
      <dgm:prSet presAssocID="{4E3DA764-AB50-CC4B-B78E-74441404648A}" presName="parentText" presStyleLbl="node1" presStyleIdx="1" presStyleCnt="5" custScaleX="100000" custScaleY="100000">
        <dgm:presLayoutVars>
          <dgm:chMax val="0"/>
          <dgm:bulletEnabled val="1"/>
        </dgm:presLayoutVars>
      </dgm:prSet>
      <dgm:spPr/>
    </dgm:pt>
    <dgm:pt modelId="{71CD6C26-0C50-F544-A036-6011A6944776}" type="pres">
      <dgm:prSet presAssocID="{BD5050F8-11F6-1648-AC19-4C0BDD1373C9}" presName="spacer" presStyleCnt="0"/>
      <dgm:spPr/>
    </dgm:pt>
    <dgm:pt modelId="{DC9C0FCA-9CD4-E54F-87C4-05FA15236DBB}" type="pres">
      <dgm:prSet presAssocID="{83A1FB73-2842-9449-BE59-D9689DC68EB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2646F4A-D210-A04E-AF1A-3EF7F50D9DA7}" type="pres">
      <dgm:prSet presAssocID="{7A65515A-EEDE-5C4E-B83B-5E4B6FC8F58B}" presName="spacer" presStyleCnt="0"/>
      <dgm:spPr/>
    </dgm:pt>
    <dgm:pt modelId="{B981BEB1-D0EC-7E4A-9A68-CD4A7747EC52}" type="pres">
      <dgm:prSet presAssocID="{A4C62790-9BD5-A244-893F-70F5B11B5C1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88EC8F6-BAD5-414B-A87B-435CE8A0F9E6}" type="pres">
      <dgm:prSet presAssocID="{E73954C8-C6FA-B641-BAC8-19CB73EB5D67}" presName="spacer" presStyleCnt="0"/>
      <dgm:spPr/>
    </dgm:pt>
    <dgm:pt modelId="{E74B9B52-AE8B-974F-B541-4806BBC35FDB}" type="pres">
      <dgm:prSet presAssocID="{B1548485-7158-B54B-9BA1-0FAAD65B5DF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ECF1118-D853-8046-BAE0-04069CB55AA5}" srcId="{DC94A04F-8C58-0A49-90EE-665FB8445514}" destId="{B1548485-7158-B54B-9BA1-0FAAD65B5DF2}" srcOrd="4" destOrd="0" parTransId="{4B756916-3E97-4C44-ADF6-FECDB22DBD6D}" sibTransId="{F51D6162-F693-0440-8F4D-538752DA0363}"/>
    <dgm:cxn modelId="{0DFE5C55-95A0-174C-8B16-CD668FC66668}" type="presOf" srcId="{B1548485-7158-B54B-9BA1-0FAAD65B5DF2}" destId="{E74B9B52-AE8B-974F-B541-4806BBC35FDB}" srcOrd="0" destOrd="0" presId="urn:microsoft.com/office/officeart/2005/8/layout/vList2"/>
    <dgm:cxn modelId="{E3F5C362-4A2C-8942-A7F4-EC7FAE82FC66}" type="presOf" srcId="{4E3DA764-AB50-CC4B-B78E-74441404648A}" destId="{C768ECD3-B4C2-D148-B77D-54B228BC05A4}" srcOrd="0" destOrd="0" presId="urn:microsoft.com/office/officeart/2005/8/layout/vList2"/>
    <dgm:cxn modelId="{5CBD7394-80E8-8B41-875E-A69C9942A977}" srcId="{DC94A04F-8C58-0A49-90EE-665FB8445514}" destId="{A4C62790-9BD5-A244-893F-70F5B11B5C1C}" srcOrd="3" destOrd="0" parTransId="{646FD613-365D-D944-BBCD-44FD8643DECC}" sibTransId="{E73954C8-C6FA-B641-BAC8-19CB73EB5D67}"/>
    <dgm:cxn modelId="{7B1606C4-C713-1F4C-85CE-AABD80621E97}" srcId="{DC94A04F-8C58-0A49-90EE-665FB8445514}" destId="{4E3DA764-AB50-CC4B-B78E-74441404648A}" srcOrd="1" destOrd="0" parTransId="{CFF3CC10-A578-8341-AA97-991BBA419CF9}" sibTransId="{BD5050F8-11F6-1648-AC19-4C0BDD1373C9}"/>
    <dgm:cxn modelId="{28BA96CB-C833-694B-8C51-9258E381FD6B}" type="presOf" srcId="{9E40C470-09E1-384D-84B3-0BFF9E4CA902}" destId="{71602033-09E6-7341-9575-0A2F4671B67C}" srcOrd="0" destOrd="0" presId="urn:microsoft.com/office/officeart/2005/8/layout/vList2"/>
    <dgm:cxn modelId="{23BC79CD-FE4D-B14E-B798-5E9683947A71}" type="presOf" srcId="{A4C62790-9BD5-A244-893F-70F5B11B5C1C}" destId="{B981BEB1-D0EC-7E4A-9A68-CD4A7747EC52}" srcOrd="0" destOrd="0" presId="urn:microsoft.com/office/officeart/2005/8/layout/vList2"/>
    <dgm:cxn modelId="{E18C61CF-C880-3140-8E2E-B77F4F9BAF1F}" type="presOf" srcId="{83A1FB73-2842-9449-BE59-D9689DC68EB8}" destId="{DC9C0FCA-9CD4-E54F-87C4-05FA15236DBB}" srcOrd="0" destOrd="0" presId="urn:microsoft.com/office/officeart/2005/8/layout/vList2"/>
    <dgm:cxn modelId="{476D32D5-7577-6245-89A9-D41775B7A57E}" type="presOf" srcId="{DC94A04F-8C58-0A49-90EE-665FB8445514}" destId="{3AC1BD28-7B64-5245-AE68-51F52A8EF017}" srcOrd="0" destOrd="0" presId="urn:microsoft.com/office/officeart/2005/8/layout/vList2"/>
    <dgm:cxn modelId="{1483ADD9-2AAC-F747-9491-4DEF52556328}" srcId="{DC94A04F-8C58-0A49-90EE-665FB8445514}" destId="{83A1FB73-2842-9449-BE59-D9689DC68EB8}" srcOrd="2" destOrd="0" parTransId="{1FDBC777-BF33-E347-BDD7-5FE6417FFA7E}" sibTransId="{7A65515A-EEDE-5C4E-B83B-5E4B6FC8F58B}"/>
    <dgm:cxn modelId="{5CC5A6FC-96BE-FA42-B7B0-948A03CA5C39}" srcId="{DC94A04F-8C58-0A49-90EE-665FB8445514}" destId="{9E40C470-09E1-384D-84B3-0BFF9E4CA902}" srcOrd="0" destOrd="0" parTransId="{12477103-5495-DE4B-9B34-91C8786B098C}" sibTransId="{197A8D8A-1157-FD41-9168-3BAD8EC1F73D}"/>
    <dgm:cxn modelId="{D92C33AC-F828-4345-B7DB-18B104BE8EFD}" type="presParOf" srcId="{3AC1BD28-7B64-5245-AE68-51F52A8EF017}" destId="{71602033-09E6-7341-9575-0A2F4671B67C}" srcOrd="0" destOrd="0" presId="urn:microsoft.com/office/officeart/2005/8/layout/vList2"/>
    <dgm:cxn modelId="{B0454C65-EEE2-6C46-A4EC-6DA33F537751}" type="presParOf" srcId="{3AC1BD28-7B64-5245-AE68-51F52A8EF017}" destId="{9897C135-62CA-204A-B3B9-AE76FFA8D9F3}" srcOrd="1" destOrd="0" presId="urn:microsoft.com/office/officeart/2005/8/layout/vList2"/>
    <dgm:cxn modelId="{48C6EDC6-D666-B249-A069-89E3274D50CE}" type="presParOf" srcId="{3AC1BD28-7B64-5245-AE68-51F52A8EF017}" destId="{C768ECD3-B4C2-D148-B77D-54B228BC05A4}" srcOrd="2" destOrd="0" presId="urn:microsoft.com/office/officeart/2005/8/layout/vList2"/>
    <dgm:cxn modelId="{2A8F3ED2-CE9C-E04C-9328-B351359AFBDA}" type="presParOf" srcId="{3AC1BD28-7B64-5245-AE68-51F52A8EF017}" destId="{71CD6C26-0C50-F544-A036-6011A6944776}" srcOrd="3" destOrd="0" presId="urn:microsoft.com/office/officeart/2005/8/layout/vList2"/>
    <dgm:cxn modelId="{AF69EFC4-2030-F746-93E1-984FFC32E828}" type="presParOf" srcId="{3AC1BD28-7B64-5245-AE68-51F52A8EF017}" destId="{DC9C0FCA-9CD4-E54F-87C4-05FA15236DBB}" srcOrd="4" destOrd="0" presId="urn:microsoft.com/office/officeart/2005/8/layout/vList2"/>
    <dgm:cxn modelId="{C5DCEA64-9236-CA47-9E1B-E2BBEBC10B51}" type="presParOf" srcId="{3AC1BD28-7B64-5245-AE68-51F52A8EF017}" destId="{B2646F4A-D210-A04E-AF1A-3EF7F50D9DA7}" srcOrd="5" destOrd="0" presId="urn:microsoft.com/office/officeart/2005/8/layout/vList2"/>
    <dgm:cxn modelId="{5C6B4F8D-AB21-7C47-8097-7776DA024FA2}" type="presParOf" srcId="{3AC1BD28-7B64-5245-AE68-51F52A8EF017}" destId="{B981BEB1-D0EC-7E4A-9A68-CD4A7747EC52}" srcOrd="6" destOrd="0" presId="urn:microsoft.com/office/officeart/2005/8/layout/vList2"/>
    <dgm:cxn modelId="{BE6606B6-50BD-E546-AD3E-70DE9218F2E1}" type="presParOf" srcId="{3AC1BD28-7B64-5245-AE68-51F52A8EF017}" destId="{788EC8F6-BAD5-414B-A87B-435CE8A0F9E6}" srcOrd="7" destOrd="0" presId="urn:microsoft.com/office/officeart/2005/8/layout/vList2"/>
    <dgm:cxn modelId="{1E2A435C-1461-C742-835B-704B8097F9AD}" type="presParOf" srcId="{3AC1BD28-7B64-5245-AE68-51F52A8EF017}" destId="{E74B9B52-AE8B-974F-B541-4806BBC35FDB}" srcOrd="8" destOrd="0" presId="urn:microsoft.com/office/officeart/2005/8/layout/vList2"/>
  </dgm:cxnLst>
  <dgm:bg>
    <a:effectLst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02033-09E6-7341-9575-0A2F4671B67C}">
      <dsp:nvSpPr>
        <dsp:cNvPr id="0" name=""/>
        <dsp:cNvSpPr/>
      </dsp:nvSpPr>
      <dsp:spPr>
        <a:xfrm>
          <a:off x="0" y="20699"/>
          <a:ext cx="4279392" cy="565200"/>
        </a:xfrm>
        <a:prstGeom prst="roundRect">
          <a:avLst/>
        </a:prstGeom>
        <a:solidFill>
          <a:srgbClr val="F8EDCA"/>
        </a:solidFill>
        <a:ln w="12700" cap="flat" cmpd="sng" algn="ctr">
          <a:solidFill>
            <a:srgbClr val="0038A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i="1" kern="1200" dirty="0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1 | Stakeholder </a:t>
          </a:r>
          <a:r>
            <a:rPr lang="da-DK" sz="2300" i="1" kern="1200" dirty="0" err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analysis</a:t>
          </a:r>
          <a:endParaRPr lang="da-DK" sz="2300" i="1" kern="1200" dirty="0">
            <a:solidFill>
              <a:srgbClr val="0038A8"/>
            </a:solidFill>
            <a:latin typeface="Aptos Serif" panose="02020604070405020304" pitchFamily="18" charset="0"/>
            <a:cs typeface="Aptos Serif" panose="02020604070405020304" pitchFamily="18" charset="0"/>
          </a:endParaRPr>
        </a:p>
      </dsp:txBody>
      <dsp:txXfrm>
        <a:off x="27591" y="48290"/>
        <a:ext cx="4224210" cy="510018"/>
      </dsp:txXfrm>
    </dsp:sp>
    <dsp:sp modelId="{C768ECD3-B4C2-D148-B77D-54B228BC05A4}">
      <dsp:nvSpPr>
        <dsp:cNvPr id="0" name=""/>
        <dsp:cNvSpPr/>
      </dsp:nvSpPr>
      <dsp:spPr>
        <a:xfrm>
          <a:off x="0" y="652140"/>
          <a:ext cx="4279392" cy="565110"/>
        </a:xfrm>
        <a:prstGeom prst="roundRect">
          <a:avLst/>
        </a:prstGeom>
        <a:solidFill>
          <a:srgbClr val="F8EDCA"/>
        </a:solidFill>
        <a:ln w="12700" cap="flat" cmpd="sng" algn="ctr">
          <a:solidFill>
            <a:srgbClr val="0038A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i="1" kern="1200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2 | SWOT </a:t>
          </a:r>
          <a:r>
            <a:rPr lang="da-DK" sz="2300" i="1" kern="1200" err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analysis</a:t>
          </a:r>
          <a:endParaRPr lang="da-DK" sz="2300" i="1" kern="1200">
            <a:solidFill>
              <a:srgbClr val="0038A8"/>
            </a:solidFill>
            <a:latin typeface="Aptos Serif" panose="02020604070405020304" pitchFamily="18" charset="0"/>
            <a:cs typeface="Aptos Serif" panose="02020604070405020304" pitchFamily="18" charset="0"/>
          </a:endParaRPr>
        </a:p>
      </dsp:txBody>
      <dsp:txXfrm>
        <a:off x="27586" y="679726"/>
        <a:ext cx="4224220" cy="509938"/>
      </dsp:txXfrm>
    </dsp:sp>
    <dsp:sp modelId="{DC9C0FCA-9CD4-E54F-87C4-05FA15236DBB}">
      <dsp:nvSpPr>
        <dsp:cNvPr id="0" name=""/>
        <dsp:cNvSpPr/>
      </dsp:nvSpPr>
      <dsp:spPr>
        <a:xfrm>
          <a:off x="0" y="1283490"/>
          <a:ext cx="4279392" cy="565110"/>
        </a:xfrm>
        <a:prstGeom prst="roundRect">
          <a:avLst/>
        </a:prstGeom>
        <a:solidFill>
          <a:srgbClr val="F8EDCA"/>
        </a:solidFill>
        <a:ln w="12700" cap="flat" cmpd="sng" algn="ctr">
          <a:solidFill>
            <a:srgbClr val="0038A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i="1" kern="1200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3 | Potential </a:t>
          </a:r>
          <a:r>
            <a:rPr lang="da-DK" sz="2300" i="1" kern="1200" err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risks</a:t>
          </a:r>
          <a:endParaRPr lang="da-DK" sz="2300" i="1" kern="1200">
            <a:solidFill>
              <a:srgbClr val="0038A8"/>
            </a:solidFill>
            <a:latin typeface="Aptos Serif" panose="02020604070405020304" pitchFamily="18" charset="0"/>
            <a:cs typeface="Aptos Serif" panose="02020604070405020304" pitchFamily="18" charset="0"/>
          </a:endParaRPr>
        </a:p>
      </dsp:txBody>
      <dsp:txXfrm>
        <a:off x="27586" y="1311076"/>
        <a:ext cx="4224220" cy="509938"/>
      </dsp:txXfrm>
    </dsp:sp>
    <dsp:sp modelId="{B981BEB1-D0EC-7E4A-9A68-CD4A7747EC52}">
      <dsp:nvSpPr>
        <dsp:cNvPr id="0" name=""/>
        <dsp:cNvSpPr/>
      </dsp:nvSpPr>
      <dsp:spPr>
        <a:xfrm>
          <a:off x="0" y="1914840"/>
          <a:ext cx="4279392" cy="565110"/>
        </a:xfrm>
        <a:prstGeom prst="roundRect">
          <a:avLst/>
        </a:prstGeom>
        <a:solidFill>
          <a:srgbClr val="F8EDCA"/>
        </a:solidFill>
        <a:ln w="12700" cap="flat" cmpd="sng" algn="ctr">
          <a:solidFill>
            <a:srgbClr val="0038A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i="1" kern="1200" dirty="0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4 | </a:t>
          </a:r>
          <a:r>
            <a:rPr lang="da-DK" sz="2300" i="1" kern="1200" dirty="0" err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Probability-Impact</a:t>
          </a:r>
          <a:r>
            <a:rPr lang="da-DK" sz="2300" i="1" kern="1200" dirty="0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 matrix</a:t>
          </a:r>
        </a:p>
      </dsp:txBody>
      <dsp:txXfrm>
        <a:off x="27586" y="1942426"/>
        <a:ext cx="4224220" cy="509938"/>
      </dsp:txXfrm>
    </dsp:sp>
    <dsp:sp modelId="{E74B9B52-AE8B-974F-B541-4806BBC35FDB}">
      <dsp:nvSpPr>
        <dsp:cNvPr id="0" name=""/>
        <dsp:cNvSpPr/>
      </dsp:nvSpPr>
      <dsp:spPr>
        <a:xfrm>
          <a:off x="0" y="2546190"/>
          <a:ext cx="4279392" cy="565110"/>
        </a:xfrm>
        <a:prstGeom prst="roundRect">
          <a:avLst/>
        </a:prstGeom>
        <a:solidFill>
          <a:srgbClr val="F8EDCA"/>
        </a:solidFill>
        <a:ln w="12700" cap="flat" cmpd="sng" algn="ctr">
          <a:solidFill>
            <a:srgbClr val="0038A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i="1" kern="1200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5 | Risk </a:t>
          </a:r>
          <a:r>
            <a:rPr lang="da-DK" sz="2300" i="1" kern="1200" err="1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mitigation</a:t>
          </a:r>
          <a:r>
            <a:rPr lang="da-DK" sz="2300" i="1" kern="1200">
              <a:solidFill>
                <a:srgbClr val="0038A8"/>
              </a:solidFill>
              <a:latin typeface="Aptos Serif" panose="02020604070405020304" pitchFamily="18" charset="0"/>
              <a:cs typeface="Aptos Serif" panose="02020604070405020304" pitchFamily="18" charset="0"/>
            </a:rPr>
            <a:t> plan</a:t>
          </a:r>
        </a:p>
      </dsp:txBody>
      <dsp:txXfrm>
        <a:off x="27586" y="2573776"/>
        <a:ext cx="4224220" cy="509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9EC76B-C2F3-F125-1E95-9DFBF2D3C4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F6FD47-A05F-FB75-F64D-7CE45965F8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E5A00-8D22-4501-8A7A-33938902DF8F}" type="datetimeFigureOut">
              <a:rPr lang="en-DK" smtClean="0"/>
              <a:t>3/26/26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7ABEA-C0A6-235A-7697-25879AFEF1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DK"/>
              <a:t># / #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71E34-F523-7E3A-3120-3DE015FAEB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030F6-5BBB-401D-A027-A7688999A355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9540838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03509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75118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66874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C18F8-3EE0-D0FC-1215-D2FA10B1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64366-28E0-4A8A-E933-668BA2430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2189E-813B-BF9F-645B-1FA22939D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a-DK"/>
              <a:t>Obs. Skal ”closed-day logic” være i opportunities?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56800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8C1E-AFAD-FA03-4F04-E61BBD8AD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BC445-0E00-2717-0719-D8728F099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05AC-E3DB-FDE5-3CC2-ECEF49B36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a-DK"/>
              <a:t>OBS! Handler det om processen eller selve produktet, vi er ved at udvikle. Se f.eks. </a:t>
            </a:r>
            <a:r>
              <a:rPr lang="da-DK" err="1"/>
              <a:t>Scope</a:t>
            </a:r>
            <a:r>
              <a:rPr lang="da-DK"/>
              <a:t> Creep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200" b="0" i="0">
                <a:latin typeface="Aptos Serif"/>
                <a:cs typeface="Aptos Serif"/>
              </a:rPr>
              <a:t>Plain </a:t>
            </a:r>
            <a:r>
              <a:rPr lang="da-DK" sz="1200" b="0" i="0" err="1">
                <a:latin typeface="Aptos Serif"/>
                <a:cs typeface="Aptos Serif"/>
              </a:rPr>
              <a:t>text</a:t>
            </a:r>
            <a:r>
              <a:rPr lang="da-DK" sz="1200" b="0" i="0">
                <a:latin typeface="Aptos Serif"/>
                <a:cs typeface="Aptos Serif"/>
              </a:rPr>
              <a:t> </a:t>
            </a:r>
            <a:r>
              <a:rPr lang="da-DK" sz="1200" b="0" i="0" err="1">
                <a:latin typeface="Aptos Serif"/>
                <a:cs typeface="Aptos Serif"/>
              </a:rPr>
              <a:t>exposes</a:t>
            </a:r>
            <a:r>
              <a:rPr lang="da-DK" sz="1200" b="0" i="0">
                <a:latin typeface="Aptos Serif"/>
                <a:cs typeface="Aptos Serif"/>
              </a:rPr>
              <a:t> </a:t>
            </a:r>
            <a:r>
              <a:rPr lang="da-DK" sz="1200" b="0" i="0" err="1">
                <a:latin typeface="Aptos Serif"/>
                <a:cs typeface="Aptos Serif"/>
              </a:rPr>
              <a:t>customer</a:t>
            </a:r>
            <a:r>
              <a:rPr lang="da-DK" sz="1200" b="0" i="0">
                <a:latin typeface="Aptos Serif"/>
                <a:cs typeface="Aptos Serif"/>
              </a:rPr>
              <a:t> data -&gt; </a:t>
            </a:r>
            <a:r>
              <a:rPr lang="da-DK" sz="1200" b="0" i="0" err="1">
                <a:latin typeface="Aptos Serif"/>
                <a:cs typeface="Aptos Serif"/>
              </a:rPr>
              <a:t>privacy</a:t>
            </a:r>
            <a:r>
              <a:rPr lang="da-DK" sz="1200" b="0" i="0">
                <a:latin typeface="Aptos Serif"/>
                <a:cs typeface="Aptos Serif"/>
              </a:rPr>
              <a:t> </a:t>
            </a:r>
            <a:r>
              <a:rPr lang="da-DK" sz="1200" b="0" i="0" err="1">
                <a:latin typeface="Aptos Serif"/>
                <a:cs typeface="Aptos Serif"/>
              </a:rPr>
              <a:t>concerns</a:t>
            </a:r>
            <a:r>
              <a:rPr lang="da-DK" sz="1200" b="0" i="0">
                <a:latin typeface="Aptos Serif"/>
                <a:cs typeface="Aptos Serif"/>
              </a:rPr>
              <a:t> kan ændres til GDPR-issue -&gt; skal Harry tage action ift. datasikkerhed eller er det potentielt en feature der skal udvikles for at få godt produkt</a:t>
            </a:r>
          </a:p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50445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9DBC7-7938-E42B-E397-C77DB0E4B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E6C38-EE5B-5409-A84C-9BBC56626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BE9B0-73F0-F2B7-4225-8CCDC7594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8778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Isak, Nick &amp; Patrick &lt;3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0FE0784-5E23-A1F1-A2D1-62579ABD766A}"/>
              </a:ext>
            </a:extLst>
          </p:cNvPr>
          <p:cNvSpPr/>
          <p:nvPr userDrawn="1"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6A0A9AC-E8C1-C2D2-1606-F930AECBB1C0}"/>
              </a:ext>
            </a:extLst>
          </p:cNvPr>
          <p:cNvSpPr/>
          <p:nvPr userDrawn="1"/>
        </p:nvSpPr>
        <p:spPr>
          <a:xfrm>
            <a:off x="292608" y="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AD601DB-8120-0DAF-C3BA-49C4769E19F7}"/>
              </a:ext>
            </a:extLst>
          </p:cNvPr>
          <p:cNvSpPr/>
          <p:nvPr userDrawn="1"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29DF4934-243D-E6CD-5B9F-48B1E0E88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68512" y="4736592"/>
            <a:ext cx="384048" cy="33832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A53152D8-D950-E97D-88EF-70B17B437143}"/>
              </a:ext>
            </a:extLst>
          </p:cNvPr>
          <p:cNvSpPr/>
          <p:nvPr userDrawn="1"/>
        </p:nvSpPr>
        <p:spPr>
          <a:xfrm>
            <a:off x="292608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</a:t>
            </a:r>
            <a:endParaRPr lang="en-US" sz="1300"/>
          </a:p>
          <a:p>
            <a:pPr marL="0" indent="0" algn="l">
              <a:buNone/>
            </a:pPr>
            <a:r>
              <a:rPr lang="en-US" sz="850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Erhvervsakademi København</a:t>
            </a:r>
            <a:endParaRPr lang="en-US" sz="130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3D09393-C847-B161-99D6-593B0F9B71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C229E2D-6856-4A11-8A11-86ECEFC4A8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F3691-69B6-45D9-BFDC-87492A06AC7E}" type="slidenum">
              <a:rPr lang="en-DK" smtClean="0"/>
              <a:t>‹nr.›</a:t>
            </a:fld>
            <a:endParaRPr lang="en-DK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7ED538-24D5-32CB-D396-4D3933ACA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9743F-4706-0D4C-0FCC-9B5FEBBBE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a-DK"/>
              <a:t>&lt;#/#&gt;</a:t>
            </a:r>
            <a:endParaRPr lang="en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trickClemmensen/AP_CS_SEM1_HARRY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sv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ithub.com/PatrickClemmensen/AP_CS_SEM1_HARRY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i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Booking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92608" y="162763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8EDCA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Harry’s Salon</a:t>
            </a:r>
            <a:endParaRPr lang="en-US" sz="4800" dirty="0">
              <a:latin typeface="Aptos Narrow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92608" y="2487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33ABB5"/>
                </a:solidFill>
                <a:latin typeface="Aptos Narrow" panose="020B0004020202020204" pitchFamily="34" charset="0"/>
                <a:cs typeface="Calibri" pitchFamily="34" charset="-120"/>
              </a:rPr>
              <a:t>Single user booking system for the best barbershop in town</a:t>
            </a:r>
            <a:endParaRPr lang="en-US" sz="1400" dirty="0">
              <a:latin typeface="Aptos Narrow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2608" y="3081528"/>
            <a:ext cx="8339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8EDCA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Group 6: Isak, Nick, Patrick</a:t>
            </a:r>
            <a:endParaRPr lang="en-US" sz="1200" dirty="0">
              <a:latin typeface="Aptos Narrow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5849" y="3337560"/>
            <a:ext cx="8365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ptos Narrow" panose="020B00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https://github.com/PatrickClemmensen/AP_CS_SEM1_HARRYS</a:t>
            </a:r>
            <a:endParaRPr lang="en-US" sz="1100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2608" y="36438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8EDCA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April 8, 2026</a:t>
            </a:r>
            <a:endParaRPr lang="en-US" sz="1000">
              <a:latin typeface="Aptos Narrow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292608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</a:t>
            </a:r>
            <a:endParaRPr lang="en-US" sz="1300"/>
          </a:p>
          <a:p>
            <a:pPr marL="0" indent="0" algn="l">
              <a:buNone/>
            </a:pPr>
            <a:r>
              <a:rPr lang="en-US" sz="850" err="1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Erhvervsakademi</a:t>
            </a:r>
            <a:r>
              <a:rPr lang="en-US" sz="850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København</a:t>
            </a:r>
            <a:endParaRPr lang="en-US" sz="13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8512" y="4736592"/>
            <a:ext cx="384048" cy="338328"/>
          </a:xfrm>
          <a:prstGeom prst="rect">
            <a:avLst/>
          </a:prstGeom>
        </p:spPr>
      </p:pic>
      <p:sp>
        <p:nvSpPr>
          <p:cNvPr id="11" name="AutoShape 2">
            <a:extLst>
              <a:ext uri="{FF2B5EF4-FFF2-40B4-BE49-F238E27FC236}">
                <a16:creationId xmlns:a16="http://schemas.microsoft.com/office/drawing/2014/main" id="{2491E4DB-9709-6536-7EA9-992F267108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K"/>
          </a:p>
        </p:txBody>
      </p:sp>
      <p:pic>
        <p:nvPicPr>
          <p:cNvPr id="1030" name="Picture 6" descr="Download GitHub Logo in SVG Vector or PNG File Format - Logo.wine">
            <a:extLst>
              <a:ext uri="{FF2B5EF4-FFF2-40B4-BE49-F238E27FC236}">
                <a16:creationId xmlns:a16="http://schemas.microsoft.com/office/drawing/2014/main" id="{392F5A3B-B407-CA06-E009-3505B731B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354" y="3276764"/>
            <a:ext cx="569629" cy="37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9C9CA796-D1A4-ACB0-DA73-346822C8A4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360F3691-69B6-45D9-BFDC-87492A06AC7E}" type="slidenum">
              <a:rPr lang="en-DK" smtClean="0"/>
              <a:t>1</a:t>
            </a:fld>
            <a:endParaRPr lang="en-D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292608" y="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>
                <a:solidFill>
                  <a:srgbClr val="0038A8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Agenda</a:t>
            </a:r>
            <a:endParaRPr lang="en-US" sz="2800">
              <a:solidFill>
                <a:srgbClr val="0038A8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8512" y="4736592"/>
            <a:ext cx="384048" cy="338328"/>
          </a:xfrm>
          <a:prstGeom prst="rect">
            <a:avLst/>
          </a:prstGeom>
        </p:spPr>
      </p:pic>
      <p:sp>
        <p:nvSpPr>
          <p:cNvPr id="46" name="Text 5">
            <a:extLst>
              <a:ext uri="{FF2B5EF4-FFF2-40B4-BE49-F238E27FC236}">
                <a16:creationId xmlns:a16="http://schemas.microsoft.com/office/drawing/2014/main" id="{E3300934-167D-88C3-4EDA-77766768D120}"/>
              </a:ext>
            </a:extLst>
          </p:cNvPr>
          <p:cNvSpPr/>
          <p:nvPr/>
        </p:nvSpPr>
        <p:spPr>
          <a:xfrm>
            <a:off x="292608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</a:t>
            </a:r>
            <a:endParaRPr lang="en-US" sz="1300"/>
          </a:p>
          <a:p>
            <a:pPr marL="0" indent="0" algn="l">
              <a:buNone/>
            </a:pPr>
            <a:r>
              <a:rPr lang="en-US" sz="850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Erhvervsakademi København</a:t>
            </a:r>
            <a:endParaRPr lang="en-US" sz="130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05EE82D-F455-DE0A-C4F2-F29CD2DA0F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360F3691-69B6-45D9-BFDC-87492A06AC7E}" type="slidenum">
              <a:rPr lang="en-DK" smtClean="0"/>
              <a:t>2</a:t>
            </a:fld>
            <a:endParaRPr lang="en-DK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3879DE0F-6415-CB45-9D42-3BB02E9AA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99423"/>
              </p:ext>
            </p:extLst>
          </p:nvPr>
        </p:nvGraphicFramePr>
        <p:xfrm>
          <a:off x="292608" y="1005750"/>
          <a:ext cx="4279392" cy="313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771780-AB59-5C5B-E20D-57119E01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F3691-69B6-45D9-BFDC-87492A06AC7E}" type="slidenum">
              <a:rPr lang="en-DK" smtClean="0"/>
              <a:t>3</a:t>
            </a:fld>
            <a:endParaRPr lang="en-DK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ADBAC83C-94D8-9900-6A39-1609950F93B7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C442C0B-1496-25E5-4066-5F15D15F5CA7}"/>
              </a:ext>
            </a:extLst>
          </p:cNvPr>
          <p:cNvSpPr/>
          <p:nvPr/>
        </p:nvSpPr>
        <p:spPr>
          <a:xfrm>
            <a:off x="292608" y="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>
                <a:solidFill>
                  <a:srgbClr val="0038A8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Stakeholder analysis</a:t>
            </a:r>
            <a:endParaRPr lang="en-US" sz="280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9A66936-4CA0-C6A7-373A-1BB8693DEC6A}"/>
              </a:ext>
            </a:extLst>
          </p:cNvPr>
          <p:cNvSpPr>
            <a:spLocks/>
          </p:cNvSpPr>
          <p:nvPr/>
        </p:nvSpPr>
        <p:spPr>
          <a:xfrm>
            <a:off x="5029200" y="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33ABB5"/>
                </a:solidFill>
                <a:latin typeface="Calibri" pitchFamily="34" charset="0"/>
                <a:cs typeface="Calibri" pitchFamily="34" charset="-120"/>
              </a:rPr>
              <a:t>Risk analysis – Harry’s</a:t>
            </a:r>
            <a:endParaRPr 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8D970-8640-C9CE-857F-5C104225B7EE}"/>
              </a:ext>
            </a:extLst>
          </p:cNvPr>
          <p:cNvSpPr txBox="1"/>
          <p:nvPr/>
        </p:nvSpPr>
        <p:spPr>
          <a:xfrm>
            <a:off x="151511" y="871173"/>
            <a:ext cx="385778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b="1" dirty="0">
                <a:latin typeface="Aptos Serif" panose="02020604070405020304" pitchFamily="18" charset="0"/>
                <a:cs typeface="Aptos Serif" panose="02020604070405020304" pitchFamily="18" charset="0"/>
              </a:rPr>
              <a:t>Business </a:t>
            </a:r>
            <a:r>
              <a:rPr lang="da-DK" sz="1600" b="1" dirty="0" err="1">
                <a:latin typeface="Aptos Serif" panose="02020604070405020304" pitchFamily="18" charset="0"/>
                <a:cs typeface="Aptos Serif" panose="02020604070405020304" pitchFamily="18" charset="0"/>
              </a:rPr>
              <a:t>Owner</a:t>
            </a:r>
            <a:br>
              <a:rPr lang="da-DK" sz="1600" b="1" dirty="0">
                <a:latin typeface="Aptos Serif" panose="02020604070405020304" pitchFamily="18" charset="0"/>
                <a:cs typeface="Aptos Serif" panose="02020604070405020304" pitchFamily="18" charset="0"/>
              </a:rPr>
            </a:br>
            <a:r>
              <a:rPr lang="da-DK" sz="1600" dirty="0" err="1">
                <a:latin typeface="Aptos Serif" panose="02020604070405020304" pitchFamily="18" charset="0"/>
                <a:cs typeface="Aptos Serif" panose="02020604070405020304" pitchFamily="18" charset="0"/>
              </a:rPr>
              <a:t>Involve</a:t>
            </a:r>
            <a:r>
              <a:rPr lang="da-DK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 in sprint-</a:t>
            </a:r>
            <a:r>
              <a:rPr lang="da-DK" sz="1600" dirty="0" err="1">
                <a:latin typeface="Aptos Serif" panose="02020604070405020304" pitchFamily="18" charset="0"/>
                <a:cs typeface="Aptos Serif" panose="02020604070405020304" pitchFamily="18" charset="0"/>
              </a:rPr>
              <a:t>review</a:t>
            </a:r>
            <a:r>
              <a:rPr lang="da-DK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, </a:t>
            </a:r>
            <a:br>
              <a:rPr lang="da-DK" sz="1600" dirty="0">
                <a:latin typeface="Aptos Serif" panose="02020604070405020304" pitchFamily="18" charset="0"/>
                <a:cs typeface="Aptos Serif" panose="02020604070405020304" pitchFamily="18" charset="0"/>
              </a:rPr>
            </a:br>
            <a:r>
              <a:rPr lang="en-GB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primary decision-maker on scope</a:t>
            </a:r>
          </a:p>
          <a:p>
            <a:endParaRPr lang="en-GB" sz="1600" b="1" dirty="0"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r>
              <a:rPr lang="en-GB" sz="1600" b="1" dirty="0">
                <a:latin typeface="Aptos Serif" panose="02020604070405020304" pitchFamily="18" charset="0"/>
                <a:cs typeface="Aptos Serif" panose="02020604070405020304" pitchFamily="18" charset="0"/>
              </a:rPr>
              <a:t>Accountant</a:t>
            </a:r>
            <a:br>
              <a:rPr lang="en-GB" sz="1600" b="1" dirty="0">
                <a:latin typeface="Aptos Serif" panose="02020604070405020304" pitchFamily="18" charset="0"/>
                <a:cs typeface="Aptos Serif" panose="02020604070405020304" pitchFamily="18" charset="0"/>
              </a:rPr>
            </a:br>
            <a:r>
              <a:rPr lang="en-GB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deliver financial view accurately,</a:t>
            </a:r>
            <a:br>
              <a:rPr lang="en-GB" sz="1600" dirty="0">
                <a:latin typeface="Aptos Serif" panose="02020604070405020304" pitchFamily="18" charset="0"/>
                <a:cs typeface="Aptos Serif" panose="02020604070405020304" pitchFamily="18" charset="0"/>
              </a:rPr>
            </a:br>
            <a:r>
              <a:rPr lang="en-GB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keep interface simple</a:t>
            </a:r>
          </a:p>
          <a:p>
            <a:endParaRPr lang="en-GB" sz="1600" b="1" dirty="0"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r>
              <a:rPr lang="da-DK" sz="1600" b="1" dirty="0">
                <a:latin typeface="Aptos Serif" panose="02020604070405020304" pitchFamily="18" charset="0"/>
                <a:cs typeface="Aptos Serif" panose="02020604070405020304" pitchFamily="18" charset="0"/>
              </a:rPr>
              <a:t>Assistant</a:t>
            </a:r>
          </a:p>
          <a:p>
            <a:r>
              <a:rPr lang="da-DK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Demo </a:t>
            </a:r>
            <a:r>
              <a:rPr lang="da-DK" sz="1600" dirty="0" err="1">
                <a:latin typeface="Aptos Serif" panose="02020604070405020304" pitchFamily="18" charset="0"/>
                <a:cs typeface="Aptos Serif" panose="02020604070405020304" pitchFamily="18" charset="0"/>
              </a:rPr>
              <a:t>each</a:t>
            </a:r>
            <a:r>
              <a:rPr lang="da-DK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 sprint,</a:t>
            </a:r>
            <a:br>
              <a:rPr lang="da-DK" sz="1600" dirty="0">
                <a:latin typeface="Aptos Serif" panose="02020604070405020304" pitchFamily="18" charset="0"/>
                <a:cs typeface="Aptos Serif" panose="02020604070405020304" pitchFamily="18" charset="0"/>
              </a:rPr>
            </a:br>
            <a:r>
              <a:rPr lang="da-DK" sz="1600" dirty="0" err="1">
                <a:latin typeface="Aptos Serif" panose="02020604070405020304" pitchFamily="18" charset="0"/>
                <a:cs typeface="Aptos Serif" panose="02020604070405020304" pitchFamily="18" charset="0"/>
              </a:rPr>
              <a:t>ensure</a:t>
            </a:r>
            <a:r>
              <a:rPr lang="da-DK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 booking flow </a:t>
            </a:r>
            <a:r>
              <a:rPr lang="da-DK" sz="1600" dirty="0" err="1">
                <a:latin typeface="Aptos Serif" panose="02020604070405020304" pitchFamily="18" charset="0"/>
                <a:cs typeface="Aptos Serif" panose="02020604070405020304" pitchFamily="18" charset="0"/>
              </a:rPr>
              <a:t>works</a:t>
            </a:r>
            <a:r>
              <a:rPr lang="da-DK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 for </a:t>
            </a:r>
            <a:r>
              <a:rPr lang="da-DK" sz="1600" dirty="0" err="1">
                <a:latin typeface="Aptos Serif" panose="02020604070405020304" pitchFamily="18" charset="0"/>
                <a:cs typeface="Aptos Serif" panose="02020604070405020304" pitchFamily="18" charset="0"/>
              </a:rPr>
              <a:t>daily</a:t>
            </a:r>
            <a:r>
              <a:rPr lang="da-DK" sz="1600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da-DK" sz="1600" dirty="0" err="1">
                <a:latin typeface="Aptos Serif" panose="02020604070405020304" pitchFamily="18" charset="0"/>
                <a:cs typeface="Aptos Serif" panose="02020604070405020304" pitchFamily="18" charset="0"/>
              </a:rPr>
              <a:t>use</a:t>
            </a:r>
            <a:endParaRPr lang="en-DK" sz="1600" b="1"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5AF20-444D-69D4-BE58-C5500BC39B9A}"/>
              </a:ext>
            </a:extLst>
          </p:cNvPr>
          <p:cNvSpPr txBox="1"/>
          <p:nvPr/>
        </p:nvSpPr>
        <p:spPr>
          <a:xfrm>
            <a:off x="141687" y="3841217"/>
            <a:ext cx="31053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latin typeface="Aptos Serif" panose="02020604070405020304" pitchFamily="18" charset="0"/>
                <a:cs typeface="Aptos Serif" panose="02020604070405020304" pitchFamily="18" charset="0"/>
              </a:rPr>
              <a:t>The assistant (Harriet) handles the majority of incoming booking calls after school hours — UI clarity in the booking flow is critical to her daily efficiency.</a:t>
            </a:r>
            <a:endParaRPr lang="en-DK" sz="1000"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1E696374-EDE1-ADFE-15BA-232B70FDE9D3}"/>
              </a:ext>
            </a:extLst>
          </p:cNvPr>
          <p:cNvSpPr/>
          <p:nvPr/>
        </p:nvSpPr>
        <p:spPr>
          <a:xfrm>
            <a:off x="4332611" y="871173"/>
            <a:ext cx="2239784" cy="1659099"/>
          </a:xfrm>
          <a:prstGeom prst="rect">
            <a:avLst/>
          </a:prstGeom>
          <a:solidFill>
            <a:srgbClr val="FAEEDA"/>
          </a:solidFill>
          <a:ln w="4146" cap="flat">
            <a:solidFill>
              <a:srgbClr val="854F0B"/>
            </a:solidFill>
            <a:prstDash val="solid"/>
            <a:miter/>
          </a:ln>
        </p:spPr>
        <p:txBody>
          <a:bodyPr/>
          <a:lstStyle/>
          <a:p>
            <a:endParaRPr lang="da-DK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6BB45740-C0C8-983E-C339-516FF40A2DF0}"/>
              </a:ext>
            </a:extLst>
          </p:cNvPr>
          <p:cNvSpPr/>
          <p:nvPr/>
        </p:nvSpPr>
        <p:spPr>
          <a:xfrm>
            <a:off x="6572395" y="871173"/>
            <a:ext cx="2239784" cy="1659099"/>
          </a:xfrm>
          <a:prstGeom prst="rect">
            <a:avLst/>
          </a:prstGeom>
          <a:solidFill>
            <a:srgbClr val="E1F5EE"/>
          </a:solidFill>
          <a:ln w="4146" cap="flat">
            <a:solidFill>
              <a:srgbClr val="0F6E56"/>
            </a:solidFill>
            <a:prstDash val="solid"/>
            <a:miter/>
          </a:ln>
        </p:spPr>
        <p:txBody>
          <a:bodyPr/>
          <a:lstStyle/>
          <a:p>
            <a:endParaRPr lang="da-DK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7F203C5F-698E-CFE1-3847-1CB74DB55983}"/>
              </a:ext>
            </a:extLst>
          </p:cNvPr>
          <p:cNvSpPr/>
          <p:nvPr/>
        </p:nvSpPr>
        <p:spPr>
          <a:xfrm>
            <a:off x="4332611" y="2530273"/>
            <a:ext cx="2239784" cy="1659099"/>
          </a:xfrm>
          <a:prstGeom prst="rect">
            <a:avLst/>
          </a:prstGeom>
          <a:solidFill>
            <a:srgbClr val="F1EFE8"/>
          </a:solidFill>
          <a:ln w="4146" cap="flat">
            <a:solidFill>
              <a:srgbClr val="5F5E5A"/>
            </a:solidFill>
            <a:prstDash val="solid"/>
            <a:miter/>
          </a:ln>
        </p:spPr>
        <p:txBody>
          <a:bodyPr/>
          <a:lstStyle/>
          <a:p>
            <a:endParaRPr lang="da-DK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ABD96CDA-6E96-188D-0E4A-C87C5C8E0C73}"/>
              </a:ext>
            </a:extLst>
          </p:cNvPr>
          <p:cNvSpPr/>
          <p:nvPr/>
        </p:nvSpPr>
        <p:spPr>
          <a:xfrm>
            <a:off x="6572395" y="2530273"/>
            <a:ext cx="2239784" cy="1659099"/>
          </a:xfrm>
          <a:prstGeom prst="rect">
            <a:avLst/>
          </a:prstGeom>
          <a:solidFill>
            <a:srgbClr val="E6F1FB"/>
          </a:solidFill>
          <a:ln w="4146" cap="flat">
            <a:solidFill>
              <a:srgbClr val="185FA5"/>
            </a:solidFill>
            <a:prstDash val="solid"/>
            <a:miter/>
          </a:ln>
        </p:spPr>
        <p:txBody>
          <a:bodyPr/>
          <a:lstStyle/>
          <a:p>
            <a:endParaRPr lang="da-DK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71D594F1-A475-6E64-FD81-D5A989A602D8}"/>
              </a:ext>
            </a:extLst>
          </p:cNvPr>
          <p:cNvSpPr/>
          <p:nvPr/>
        </p:nvSpPr>
        <p:spPr>
          <a:xfrm>
            <a:off x="4332611" y="871173"/>
            <a:ext cx="4479568" cy="3318198"/>
          </a:xfrm>
          <a:prstGeom prst="rect">
            <a:avLst/>
          </a:prstGeom>
          <a:noFill/>
          <a:ln w="12439" cap="flat">
            <a:solidFill>
              <a:srgbClr val="1F1E1D"/>
            </a:solidFill>
            <a:prstDash val="solid"/>
            <a:miter/>
          </a:ln>
        </p:spPr>
        <p:txBody>
          <a:bodyPr/>
          <a:lstStyle/>
          <a:p>
            <a:endParaRPr lang="da-DK"/>
          </a:p>
        </p:txBody>
      </p:sp>
      <p:sp>
        <p:nvSpPr>
          <p:cNvPr id="15" name="Kombinationskurve 14">
            <a:extLst>
              <a:ext uri="{FF2B5EF4-FFF2-40B4-BE49-F238E27FC236}">
                <a16:creationId xmlns:a16="http://schemas.microsoft.com/office/drawing/2014/main" id="{D7F7D122-E765-1925-B754-E7D6611C35A8}"/>
              </a:ext>
            </a:extLst>
          </p:cNvPr>
          <p:cNvSpPr/>
          <p:nvPr/>
        </p:nvSpPr>
        <p:spPr>
          <a:xfrm>
            <a:off x="6572395" y="871173"/>
            <a:ext cx="8295" cy="3318198"/>
          </a:xfrm>
          <a:custGeom>
            <a:avLst/>
            <a:gdLst>
              <a:gd name="csX0" fmla="*/ 0 w 8295"/>
              <a:gd name="csY0" fmla="*/ 0 h 3318198"/>
              <a:gd name="csX1" fmla="*/ 0 w 8295"/>
              <a:gd name="csY1" fmla="*/ 3318199 h 331819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95" h="3318198">
                <a:moveTo>
                  <a:pt x="0" y="0"/>
                </a:moveTo>
                <a:lnTo>
                  <a:pt x="0" y="3318199"/>
                </a:lnTo>
              </a:path>
            </a:pathLst>
          </a:custGeom>
          <a:ln w="12439" cap="flat">
            <a:solidFill>
              <a:srgbClr val="1F1E1D"/>
            </a:solidFill>
            <a:prstDash val="solid"/>
            <a:miter/>
          </a:ln>
        </p:spPr>
        <p:txBody>
          <a:bodyPr/>
          <a:lstStyle/>
          <a:p>
            <a:endParaRPr lang="da-DK"/>
          </a:p>
        </p:txBody>
      </p:sp>
      <p:sp>
        <p:nvSpPr>
          <p:cNvPr id="16" name="Kombinationskurve 15">
            <a:extLst>
              <a:ext uri="{FF2B5EF4-FFF2-40B4-BE49-F238E27FC236}">
                <a16:creationId xmlns:a16="http://schemas.microsoft.com/office/drawing/2014/main" id="{1EEAA37F-799A-C9EF-F19F-57603C9072B8}"/>
              </a:ext>
            </a:extLst>
          </p:cNvPr>
          <p:cNvSpPr/>
          <p:nvPr/>
        </p:nvSpPr>
        <p:spPr>
          <a:xfrm>
            <a:off x="4332611" y="2530273"/>
            <a:ext cx="4479568" cy="8295"/>
          </a:xfrm>
          <a:custGeom>
            <a:avLst/>
            <a:gdLst>
              <a:gd name="csX0" fmla="*/ 0 w 4479568"/>
              <a:gd name="csY0" fmla="*/ 0 h 8295"/>
              <a:gd name="csX1" fmla="*/ 4479569 w 4479568"/>
              <a:gd name="csY1" fmla="*/ 0 h 82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479568" h="8295">
                <a:moveTo>
                  <a:pt x="0" y="0"/>
                </a:moveTo>
                <a:lnTo>
                  <a:pt x="4479569" y="0"/>
                </a:lnTo>
              </a:path>
            </a:pathLst>
          </a:custGeom>
          <a:ln w="12439" cap="flat">
            <a:solidFill>
              <a:srgbClr val="1F1E1D"/>
            </a:solidFill>
            <a:prstDash val="solid"/>
            <a:miter/>
          </a:ln>
        </p:spPr>
        <p:txBody>
          <a:bodyPr/>
          <a:lstStyle/>
          <a:p>
            <a:endParaRPr lang="da-DK"/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B9A93123-6034-42EB-F47D-0D3353DD9ADB}"/>
              </a:ext>
            </a:extLst>
          </p:cNvPr>
          <p:cNvSpPr txBox="1"/>
          <p:nvPr/>
        </p:nvSpPr>
        <p:spPr>
          <a:xfrm>
            <a:off x="5008002" y="890926"/>
            <a:ext cx="889001" cy="245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1050" spc="0" baseline="0">
                <a:ln/>
                <a:solidFill>
                  <a:srgbClr val="141413"/>
                </a:solidFill>
                <a:latin typeface="Segoe UI"/>
                <a:cs typeface="Segoe UI"/>
                <a:sym typeface="Segoe UI"/>
                <a:rtl val="0"/>
              </a:rPr>
              <a:t>Keep satisfied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A9B10E0B-152B-1C18-7208-04F16B2C410E}"/>
              </a:ext>
            </a:extLst>
          </p:cNvPr>
          <p:cNvSpPr txBox="1"/>
          <p:nvPr/>
        </p:nvSpPr>
        <p:spPr>
          <a:xfrm>
            <a:off x="7204207" y="890926"/>
            <a:ext cx="976161" cy="245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1050" spc="0" baseline="0">
                <a:ln/>
                <a:solidFill>
                  <a:srgbClr val="141413"/>
                </a:solidFill>
                <a:latin typeface="Segoe UI"/>
                <a:cs typeface="Segoe UI"/>
                <a:sym typeface="Segoe UI"/>
                <a:rtl val="0"/>
              </a:rPr>
              <a:t>Manage closely</a:t>
            </a: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E837439B-7AD0-C2A8-3ABA-9B6238607B01}"/>
              </a:ext>
            </a:extLst>
          </p:cNvPr>
          <p:cNvSpPr txBox="1"/>
          <p:nvPr/>
        </p:nvSpPr>
        <p:spPr>
          <a:xfrm>
            <a:off x="5154081" y="2550025"/>
            <a:ext cx="596844" cy="245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1050" spc="0" baseline="0">
                <a:ln/>
                <a:solidFill>
                  <a:srgbClr val="141413"/>
                </a:solidFill>
                <a:latin typeface="Segoe UI"/>
                <a:cs typeface="Segoe UI"/>
                <a:sym typeface="Segoe UI"/>
                <a:rtl val="0"/>
              </a:rPr>
              <a:t>Monitor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DB947251-57EB-E17B-D854-15460B77540D}"/>
              </a:ext>
            </a:extLst>
          </p:cNvPr>
          <p:cNvSpPr txBox="1"/>
          <p:nvPr/>
        </p:nvSpPr>
        <p:spPr>
          <a:xfrm>
            <a:off x="7223261" y="2550025"/>
            <a:ext cx="938053" cy="245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1050" spc="0" baseline="0">
                <a:ln/>
                <a:solidFill>
                  <a:srgbClr val="141413"/>
                </a:solidFill>
                <a:latin typeface="Segoe UI"/>
                <a:cs typeface="Segoe UI"/>
                <a:sym typeface="Segoe UI"/>
                <a:rtl val="0"/>
              </a:rPr>
              <a:t>Keep informed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A94ECB21-75EA-56F4-E3D4-4F1A72118660}"/>
              </a:ext>
            </a:extLst>
          </p:cNvPr>
          <p:cNvSpPr txBox="1"/>
          <p:nvPr/>
        </p:nvSpPr>
        <p:spPr>
          <a:xfrm>
            <a:off x="4802916" y="1074739"/>
            <a:ext cx="1299175" cy="223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900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High power / low interest</a:t>
            </a: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304A8EFD-6CAF-4DDC-D98F-FB4AB54F39BF}"/>
              </a:ext>
            </a:extLst>
          </p:cNvPr>
          <p:cNvSpPr txBox="1"/>
          <p:nvPr/>
        </p:nvSpPr>
        <p:spPr>
          <a:xfrm>
            <a:off x="7022188" y="1074739"/>
            <a:ext cx="1340199" cy="223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900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High power / high interest</a:t>
            </a:r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FD59522E-0C09-FEF5-E5DE-8F532E815B49}"/>
              </a:ext>
            </a:extLst>
          </p:cNvPr>
          <p:cNvSpPr txBox="1"/>
          <p:nvPr/>
        </p:nvSpPr>
        <p:spPr>
          <a:xfrm>
            <a:off x="4819223" y="2733839"/>
            <a:ext cx="1266560" cy="223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900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Low power / low interest</a:t>
            </a:r>
          </a:p>
        </p:txBody>
      </p:sp>
      <p:sp>
        <p:nvSpPr>
          <p:cNvPr id="24" name="Tekstfelt 23">
            <a:extLst>
              <a:ext uri="{FF2B5EF4-FFF2-40B4-BE49-F238E27FC236}">
                <a16:creationId xmlns:a16="http://schemas.microsoft.com/office/drawing/2014/main" id="{7D71CA46-AFC6-A48B-2C76-A30A25550411}"/>
              </a:ext>
            </a:extLst>
          </p:cNvPr>
          <p:cNvSpPr txBox="1"/>
          <p:nvPr/>
        </p:nvSpPr>
        <p:spPr>
          <a:xfrm>
            <a:off x="7038495" y="2733839"/>
            <a:ext cx="1307584" cy="223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900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Low power / high </a:t>
            </a:r>
            <a:r>
              <a:rPr lang="da-DK" sz="900" spc="0" baseline="0" err="1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interest</a:t>
            </a:r>
            <a:endParaRPr lang="da-DK" sz="900" spc="0" baseline="0">
              <a:ln/>
              <a:solidFill>
                <a:srgbClr val="3D3D3A"/>
              </a:solidFill>
              <a:latin typeface="Segoe UI"/>
              <a:cs typeface="Segoe UI"/>
              <a:sym typeface="Segoe UI"/>
              <a:rtl val="0"/>
            </a:endParaRPr>
          </a:p>
        </p:txBody>
      </p:sp>
      <p:grpSp>
        <p:nvGrpSpPr>
          <p:cNvPr id="25" name="Graphic 7">
            <a:extLst>
              <a:ext uri="{FF2B5EF4-FFF2-40B4-BE49-F238E27FC236}">
                <a16:creationId xmlns:a16="http://schemas.microsoft.com/office/drawing/2014/main" id="{60B61870-EF64-9728-2709-EA7DBCC15A71}"/>
              </a:ext>
            </a:extLst>
          </p:cNvPr>
          <p:cNvGrpSpPr/>
          <p:nvPr/>
        </p:nvGrpSpPr>
        <p:grpSpPr>
          <a:xfrm>
            <a:off x="4913296" y="1692427"/>
            <a:ext cx="1078414" cy="431365"/>
            <a:chOff x="4913296" y="1692427"/>
            <a:chExt cx="1078414" cy="431365"/>
          </a:xfrm>
        </p:grpSpPr>
        <p:sp>
          <p:nvSpPr>
            <p:cNvPr id="26" name="Rektangel 25">
              <a:extLst>
                <a:ext uri="{FF2B5EF4-FFF2-40B4-BE49-F238E27FC236}">
                  <a16:creationId xmlns:a16="http://schemas.microsoft.com/office/drawing/2014/main" id="{4E4B1617-4769-3C3E-3755-2C10B4D27B51}"/>
                </a:ext>
              </a:extLst>
            </p:cNvPr>
            <p:cNvSpPr/>
            <p:nvPr/>
          </p:nvSpPr>
          <p:spPr>
            <a:xfrm>
              <a:off x="4913296" y="1692427"/>
              <a:ext cx="1078414" cy="431365"/>
            </a:xfrm>
            <a:prstGeom prst="rect">
              <a:avLst/>
            </a:prstGeom>
            <a:solidFill>
              <a:srgbClr val="FAECE7"/>
            </a:solidFill>
            <a:ln w="4146" cap="flat">
              <a:solidFill>
                <a:srgbClr val="993C1D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7" name="Tekstfelt 26">
              <a:extLst>
                <a:ext uri="{FF2B5EF4-FFF2-40B4-BE49-F238E27FC236}">
                  <a16:creationId xmlns:a16="http://schemas.microsoft.com/office/drawing/2014/main" id="{3011539F-FA4D-6EAA-1E5E-FB1A58CDB5EC}"/>
                </a:ext>
              </a:extLst>
            </p:cNvPr>
            <p:cNvSpPr txBox="1"/>
            <p:nvPr/>
          </p:nvSpPr>
          <p:spPr>
            <a:xfrm>
              <a:off x="5020334" y="1781151"/>
              <a:ext cx="86433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a-DK" sz="1050" spc="0" baseline="0" err="1">
                  <a:ln/>
                  <a:solidFill>
                    <a:srgbClr val="712B13"/>
                  </a:solidFill>
                  <a:latin typeface="Segoe UI"/>
                  <a:cs typeface="Segoe UI"/>
                  <a:sym typeface="Segoe UI"/>
                  <a:rtl val="0"/>
                </a:rPr>
                <a:t>Accountant</a:t>
              </a:r>
              <a:endParaRPr lang="da-DK" sz="1050" spc="0" baseline="0">
                <a:ln/>
                <a:solidFill>
                  <a:srgbClr val="712B13"/>
                </a:solidFill>
                <a:latin typeface="Segoe UI"/>
                <a:cs typeface="Segoe UI"/>
                <a:sym typeface="Segoe UI"/>
                <a:rtl val="0"/>
              </a:endParaRPr>
            </a:p>
          </p:txBody>
        </p:sp>
      </p:grpSp>
      <p:grpSp>
        <p:nvGrpSpPr>
          <p:cNvPr id="29" name="Graphic 7">
            <a:extLst>
              <a:ext uri="{FF2B5EF4-FFF2-40B4-BE49-F238E27FC236}">
                <a16:creationId xmlns:a16="http://schemas.microsoft.com/office/drawing/2014/main" id="{81FE5356-2BAF-5831-CA6D-65C6D2F3EF2C}"/>
              </a:ext>
            </a:extLst>
          </p:cNvPr>
          <p:cNvGrpSpPr/>
          <p:nvPr/>
        </p:nvGrpSpPr>
        <p:grpSpPr>
          <a:xfrm>
            <a:off x="7153080" y="1692427"/>
            <a:ext cx="1078414" cy="431365"/>
            <a:chOff x="7153080" y="1692427"/>
            <a:chExt cx="1078414" cy="431365"/>
          </a:xfrm>
        </p:grpSpPr>
        <p:sp>
          <p:nvSpPr>
            <p:cNvPr id="30" name="Rektangel 29">
              <a:extLst>
                <a:ext uri="{FF2B5EF4-FFF2-40B4-BE49-F238E27FC236}">
                  <a16:creationId xmlns:a16="http://schemas.microsoft.com/office/drawing/2014/main" id="{CCDC50ED-41D6-92DB-3EE7-CB538B501B95}"/>
                </a:ext>
              </a:extLst>
            </p:cNvPr>
            <p:cNvSpPr/>
            <p:nvPr/>
          </p:nvSpPr>
          <p:spPr>
            <a:xfrm>
              <a:off x="7153080" y="1692427"/>
              <a:ext cx="1078414" cy="431365"/>
            </a:xfrm>
            <a:prstGeom prst="rect">
              <a:avLst/>
            </a:prstGeom>
            <a:solidFill>
              <a:srgbClr val="EEEDFE"/>
            </a:solidFill>
            <a:ln w="4146" cap="flat">
              <a:solidFill>
                <a:srgbClr val="534AB7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1" name="Tekstfelt 30">
              <a:extLst>
                <a:ext uri="{FF2B5EF4-FFF2-40B4-BE49-F238E27FC236}">
                  <a16:creationId xmlns:a16="http://schemas.microsoft.com/office/drawing/2014/main" id="{B6FB44DA-B8B4-2332-5C1B-DCBC2A0921D0}"/>
                </a:ext>
              </a:extLst>
            </p:cNvPr>
            <p:cNvSpPr txBox="1"/>
            <p:nvPr/>
          </p:nvSpPr>
          <p:spPr>
            <a:xfrm>
              <a:off x="7220844" y="1781151"/>
              <a:ext cx="9428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sz="1050" spc="0" baseline="0">
                  <a:ln/>
                  <a:solidFill>
                    <a:srgbClr val="3C3489"/>
                  </a:solidFill>
                  <a:latin typeface="Segoe UI"/>
                  <a:cs typeface="Segoe UI"/>
                  <a:sym typeface="Segoe UI"/>
                  <a:rtl val="0"/>
                </a:rPr>
                <a:t>Salon </a:t>
              </a:r>
              <a:r>
                <a:rPr lang="da-DK" sz="1050" spc="0" baseline="0" err="1">
                  <a:ln/>
                  <a:solidFill>
                    <a:srgbClr val="3C3489"/>
                  </a:solidFill>
                  <a:latin typeface="Segoe UI"/>
                  <a:cs typeface="Segoe UI"/>
                  <a:sym typeface="Segoe UI"/>
                  <a:rtl val="0"/>
                </a:rPr>
                <a:t>Owner</a:t>
              </a:r>
              <a:endParaRPr lang="da-DK" sz="1050" spc="0" baseline="0">
                <a:ln/>
                <a:solidFill>
                  <a:srgbClr val="3C3489"/>
                </a:solidFill>
                <a:latin typeface="Segoe UI"/>
                <a:cs typeface="Segoe UI"/>
                <a:sym typeface="Segoe UI"/>
                <a:rtl val="0"/>
              </a:endParaRPr>
            </a:p>
          </p:txBody>
        </p:sp>
      </p:grpSp>
      <p:grpSp>
        <p:nvGrpSpPr>
          <p:cNvPr id="33" name="Graphic 7">
            <a:extLst>
              <a:ext uri="{FF2B5EF4-FFF2-40B4-BE49-F238E27FC236}">
                <a16:creationId xmlns:a16="http://schemas.microsoft.com/office/drawing/2014/main" id="{1CD6CAEE-E187-F42E-A5E3-E5386F73B879}"/>
              </a:ext>
            </a:extLst>
          </p:cNvPr>
          <p:cNvGrpSpPr/>
          <p:nvPr/>
        </p:nvGrpSpPr>
        <p:grpSpPr>
          <a:xfrm>
            <a:off x="7153080" y="3310049"/>
            <a:ext cx="1078414" cy="431365"/>
            <a:chOff x="7153080" y="3310049"/>
            <a:chExt cx="1078414" cy="431365"/>
          </a:xfrm>
        </p:grpSpPr>
        <p:sp>
          <p:nvSpPr>
            <p:cNvPr id="34" name="Rektangel 33">
              <a:extLst>
                <a:ext uri="{FF2B5EF4-FFF2-40B4-BE49-F238E27FC236}">
                  <a16:creationId xmlns:a16="http://schemas.microsoft.com/office/drawing/2014/main" id="{EB6BD70C-3EBE-56F9-6C18-8EB948F42F84}"/>
                </a:ext>
              </a:extLst>
            </p:cNvPr>
            <p:cNvSpPr/>
            <p:nvPr/>
          </p:nvSpPr>
          <p:spPr>
            <a:xfrm>
              <a:off x="7153080" y="3310049"/>
              <a:ext cx="1078414" cy="431365"/>
            </a:xfrm>
            <a:prstGeom prst="rect">
              <a:avLst/>
            </a:prstGeom>
            <a:solidFill>
              <a:srgbClr val="EAF3DE"/>
            </a:solidFill>
            <a:ln w="4146" cap="flat">
              <a:solidFill>
                <a:srgbClr val="3B6D11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5" name="Tekstfelt 34">
              <a:extLst>
                <a:ext uri="{FF2B5EF4-FFF2-40B4-BE49-F238E27FC236}">
                  <a16:creationId xmlns:a16="http://schemas.microsoft.com/office/drawing/2014/main" id="{DABBD141-5489-EF08-43B1-B81B8D9BFF5B}"/>
                </a:ext>
              </a:extLst>
            </p:cNvPr>
            <p:cNvSpPr txBox="1"/>
            <p:nvPr/>
          </p:nvSpPr>
          <p:spPr>
            <a:xfrm>
              <a:off x="7336262" y="3402776"/>
              <a:ext cx="71205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sz="1050" spc="0" baseline="0">
                  <a:ln/>
                  <a:solidFill>
                    <a:srgbClr val="27500A"/>
                  </a:solidFill>
                  <a:latin typeface="Segoe UI"/>
                  <a:cs typeface="Segoe UI"/>
                  <a:sym typeface="Segoe UI"/>
                  <a:rtl val="0"/>
                </a:rPr>
                <a:t>Assistant</a:t>
              </a:r>
            </a:p>
          </p:txBody>
        </p:sp>
      </p:grpSp>
      <p:sp>
        <p:nvSpPr>
          <p:cNvPr id="37" name="Tekstfelt 36">
            <a:extLst>
              <a:ext uri="{FF2B5EF4-FFF2-40B4-BE49-F238E27FC236}">
                <a16:creationId xmlns:a16="http://schemas.microsoft.com/office/drawing/2014/main" id="{AA69456D-6A9D-13AA-4C67-A027F7440AF9}"/>
              </a:ext>
            </a:extLst>
          </p:cNvPr>
          <p:cNvSpPr txBox="1"/>
          <p:nvPr/>
        </p:nvSpPr>
        <p:spPr>
          <a:xfrm>
            <a:off x="3763005" y="1049853"/>
            <a:ext cx="4235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900" i="1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High</a:t>
            </a:r>
          </a:p>
        </p:txBody>
      </p:sp>
      <p:sp>
        <p:nvSpPr>
          <p:cNvPr id="38" name="Tekstfelt 37">
            <a:extLst>
              <a:ext uri="{FF2B5EF4-FFF2-40B4-BE49-F238E27FC236}">
                <a16:creationId xmlns:a16="http://schemas.microsoft.com/office/drawing/2014/main" id="{FD5D1A5E-9A9A-CAB2-CA1E-C8E5A54A947D}"/>
              </a:ext>
            </a:extLst>
          </p:cNvPr>
          <p:cNvSpPr txBox="1"/>
          <p:nvPr/>
        </p:nvSpPr>
        <p:spPr>
          <a:xfrm>
            <a:off x="3733380" y="2377132"/>
            <a:ext cx="5261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900" b="1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Power</a:t>
            </a:r>
          </a:p>
        </p:txBody>
      </p:sp>
      <p:sp>
        <p:nvSpPr>
          <p:cNvPr id="39" name="Tekstfelt 38">
            <a:extLst>
              <a:ext uri="{FF2B5EF4-FFF2-40B4-BE49-F238E27FC236}">
                <a16:creationId xmlns:a16="http://schemas.microsoft.com/office/drawing/2014/main" id="{9F9BE7A1-D900-8C1A-84B9-6ED7040EBBA4}"/>
              </a:ext>
            </a:extLst>
          </p:cNvPr>
          <p:cNvSpPr txBox="1"/>
          <p:nvPr/>
        </p:nvSpPr>
        <p:spPr>
          <a:xfrm>
            <a:off x="3779313" y="3704412"/>
            <a:ext cx="383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900" i="1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Low</a:t>
            </a:r>
          </a:p>
        </p:txBody>
      </p:sp>
      <p:sp>
        <p:nvSpPr>
          <p:cNvPr id="40" name="Tekstfelt 39">
            <a:extLst>
              <a:ext uri="{FF2B5EF4-FFF2-40B4-BE49-F238E27FC236}">
                <a16:creationId xmlns:a16="http://schemas.microsoft.com/office/drawing/2014/main" id="{CC27B70A-2036-408D-7F8D-5F5CC4226917}"/>
              </a:ext>
            </a:extLst>
          </p:cNvPr>
          <p:cNvSpPr txBox="1"/>
          <p:nvPr/>
        </p:nvSpPr>
        <p:spPr>
          <a:xfrm>
            <a:off x="4484430" y="4268505"/>
            <a:ext cx="383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900" i="1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Low</a:t>
            </a:r>
          </a:p>
        </p:txBody>
      </p:sp>
      <p:sp>
        <p:nvSpPr>
          <p:cNvPr id="41" name="Tekstfelt 40">
            <a:extLst>
              <a:ext uri="{FF2B5EF4-FFF2-40B4-BE49-F238E27FC236}">
                <a16:creationId xmlns:a16="http://schemas.microsoft.com/office/drawing/2014/main" id="{3206384C-101C-BA74-9867-5B0E4EE9CE77}"/>
              </a:ext>
            </a:extLst>
          </p:cNvPr>
          <p:cNvSpPr txBox="1"/>
          <p:nvPr/>
        </p:nvSpPr>
        <p:spPr>
          <a:xfrm>
            <a:off x="6315329" y="4268505"/>
            <a:ext cx="6046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900" b="1" spc="0" baseline="0" err="1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Interest</a:t>
            </a:r>
            <a:endParaRPr lang="da-DK" sz="900" b="1" spc="0" baseline="0">
              <a:ln/>
              <a:solidFill>
                <a:srgbClr val="3D3D3A"/>
              </a:solidFill>
              <a:latin typeface="Segoe UI"/>
              <a:cs typeface="Segoe UI"/>
              <a:sym typeface="Segoe UI"/>
              <a:rtl val="0"/>
            </a:endParaRPr>
          </a:p>
        </p:txBody>
      </p:sp>
      <p:sp>
        <p:nvSpPr>
          <p:cNvPr id="42" name="Tekstfelt 41">
            <a:extLst>
              <a:ext uri="{FF2B5EF4-FFF2-40B4-BE49-F238E27FC236}">
                <a16:creationId xmlns:a16="http://schemas.microsoft.com/office/drawing/2014/main" id="{B1BBBF7B-7D17-21B4-49B2-AAF68B068E62}"/>
              </a:ext>
            </a:extLst>
          </p:cNvPr>
          <p:cNvSpPr txBox="1"/>
          <p:nvPr/>
        </p:nvSpPr>
        <p:spPr>
          <a:xfrm>
            <a:off x="8284051" y="4268505"/>
            <a:ext cx="4235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a-DK" sz="900" i="1" spc="0" baseline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rPr>
              <a:t>High</a:t>
            </a:r>
          </a:p>
        </p:txBody>
      </p:sp>
      <p:grpSp>
        <p:nvGrpSpPr>
          <p:cNvPr id="43" name="Graphic 7">
            <a:extLst>
              <a:ext uri="{FF2B5EF4-FFF2-40B4-BE49-F238E27FC236}">
                <a16:creationId xmlns:a16="http://schemas.microsoft.com/office/drawing/2014/main" id="{A845BB34-9BAE-E3F6-0786-02FEDAD5A794}"/>
              </a:ext>
            </a:extLst>
          </p:cNvPr>
          <p:cNvGrpSpPr/>
          <p:nvPr/>
        </p:nvGrpSpPr>
        <p:grpSpPr>
          <a:xfrm>
            <a:off x="4913296" y="3340923"/>
            <a:ext cx="1078414" cy="431365"/>
            <a:chOff x="4913296" y="1681565"/>
            <a:chExt cx="1078414" cy="431365"/>
          </a:xfrm>
        </p:grpSpPr>
        <p:sp>
          <p:nvSpPr>
            <p:cNvPr id="44" name="Rektangel 43">
              <a:extLst>
                <a:ext uri="{FF2B5EF4-FFF2-40B4-BE49-F238E27FC236}">
                  <a16:creationId xmlns:a16="http://schemas.microsoft.com/office/drawing/2014/main" id="{95F9C307-912A-B542-03E1-E21B40B8A50D}"/>
                </a:ext>
              </a:extLst>
            </p:cNvPr>
            <p:cNvSpPr/>
            <p:nvPr/>
          </p:nvSpPr>
          <p:spPr>
            <a:xfrm>
              <a:off x="4913296" y="1681565"/>
              <a:ext cx="1078414" cy="431365"/>
            </a:xfrm>
            <a:prstGeom prst="rect">
              <a:avLst/>
            </a:prstGeom>
            <a:solidFill>
              <a:srgbClr val="FAECE7"/>
            </a:solidFill>
            <a:ln w="4146" cap="flat">
              <a:solidFill>
                <a:srgbClr val="993C1D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5" name="Tekstfelt 44">
              <a:extLst>
                <a:ext uri="{FF2B5EF4-FFF2-40B4-BE49-F238E27FC236}">
                  <a16:creationId xmlns:a16="http://schemas.microsoft.com/office/drawing/2014/main" id="{90B38A62-5E67-07CF-1309-1A9BEADF7FED}"/>
                </a:ext>
              </a:extLst>
            </p:cNvPr>
            <p:cNvSpPr txBox="1"/>
            <p:nvPr/>
          </p:nvSpPr>
          <p:spPr>
            <a:xfrm>
              <a:off x="5073233" y="1770289"/>
              <a:ext cx="75854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a-DK" sz="1050" spc="0" baseline="0">
                  <a:ln/>
                  <a:solidFill>
                    <a:srgbClr val="712B13"/>
                  </a:solidFill>
                  <a:latin typeface="Segoe UI"/>
                  <a:cs typeface="Segoe UI"/>
                  <a:sym typeface="Segoe UI"/>
                  <a:rtl val="0"/>
                </a:rPr>
                <a:t>Customer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623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AC7BC0-C229-605C-9B69-72CB63A856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F3691-69B6-45D9-BFDC-87492A06AC7E}" type="slidenum">
              <a:rPr lang="en-DK" smtClean="0"/>
              <a:t>4</a:t>
            </a:fld>
            <a:endParaRPr lang="en-DK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78CAF26-43FF-2BDF-4BDD-EF6A6B4E6B8C}"/>
              </a:ext>
            </a:extLst>
          </p:cNvPr>
          <p:cNvSpPr/>
          <p:nvPr/>
        </p:nvSpPr>
        <p:spPr>
          <a:xfrm>
            <a:off x="292608" y="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0038A8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SWOT analysis</a:t>
            </a:r>
            <a:endParaRPr lang="en-US" sz="28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F90A249-B190-7914-D70F-2E400D063289}"/>
              </a:ext>
            </a:extLst>
          </p:cNvPr>
          <p:cNvSpPr>
            <a:spLocks/>
          </p:cNvSpPr>
          <p:nvPr/>
        </p:nvSpPr>
        <p:spPr>
          <a:xfrm>
            <a:off x="5029200" y="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33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- Harry’s Salon</a:t>
            </a:r>
            <a:endParaRPr lang="en-US" sz="1500" dirty="0"/>
          </a:p>
        </p:txBody>
      </p:sp>
      <p:grpSp>
        <p:nvGrpSpPr>
          <p:cNvPr id="5" name="Gruppe 4">
            <a:extLst>
              <a:ext uri="{FF2B5EF4-FFF2-40B4-BE49-F238E27FC236}">
                <a16:creationId xmlns:a16="http://schemas.microsoft.com/office/drawing/2014/main" id="{E758FA3F-10A2-69BE-0AA3-B0CF3757FE7E}"/>
              </a:ext>
            </a:extLst>
          </p:cNvPr>
          <p:cNvGrpSpPr/>
          <p:nvPr/>
        </p:nvGrpSpPr>
        <p:grpSpPr>
          <a:xfrm>
            <a:off x="1630017" y="530257"/>
            <a:ext cx="5869631" cy="3965089"/>
            <a:chOff x="1573507" y="530257"/>
            <a:chExt cx="5869631" cy="3965089"/>
          </a:xfrm>
        </p:grpSpPr>
        <p:sp>
          <p:nvSpPr>
            <p:cNvPr id="4" name="Rektangel 3">
              <a:extLst>
                <a:ext uri="{FF2B5EF4-FFF2-40B4-BE49-F238E27FC236}">
                  <a16:creationId xmlns:a16="http://schemas.microsoft.com/office/drawing/2014/main" id="{6C592C28-0DAD-A35D-D7C6-7BC4EBD095E4}"/>
                </a:ext>
              </a:extLst>
            </p:cNvPr>
            <p:cNvSpPr/>
            <p:nvPr/>
          </p:nvSpPr>
          <p:spPr>
            <a:xfrm>
              <a:off x="2165875" y="761090"/>
              <a:ext cx="2359469" cy="1748779"/>
            </a:xfrm>
            <a:prstGeom prst="rect">
              <a:avLst/>
            </a:prstGeom>
            <a:solidFill>
              <a:srgbClr val="FAEEDA"/>
            </a:solidFill>
            <a:ln w="9063" cap="flat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068BC047-DFC3-A468-476D-EC4E9AA598A1}"/>
                </a:ext>
              </a:extLst>
            </p:cNvPr>
            <p:cNvSpPr/>
            <p:nvPr/>
          </p:nvSpPr>
          <p:spPr>
            <a:xfrm>
              <a:off x="4515489" y="761090"/>
              <a:ext cx="2359469" cy="1748779"/>
            </a:xfrm>
            <a:prstGeom prst="rect">
              <a:avLst/>
            </a:prstGeom>
            <a:solidFill>
              <a:srgbClr val="E1F5EE"/>
            </a:solidFill>
            <a:ln w="9063" cap="flat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CAB3E76D-8EA7-A856-D3B6-05CA458EDB3D}"/>
                </a:ext>
              </a:extLst>
            </p:cNvPr>
            <p:cNvSpPr/>
            <p:nvPr/>
          </p:nvSpPr>
          <p:spPr>
            <a:xfrm>
              <a:off x="2156020" y="2509870"/>
              <a:ext cx="2359469" cy="1748779"/>
            </a:xfrm>
            <a:prstGeom prst="rect">
              <a:avLst/>
            </a:prstGeom>
            <a:solidFill>
              <a:srgbClr val="F1EFE8"/>
            </a:solidFill>
            <a:ln w="9063" cap="flat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20B7E784-312C-36B6-1EA0-90D928E6F0AB}"/>
                </a:ext>
              </a:extLst>
            </p:cNvPr>
            <p:cNvSpPr/>
            <p:nvPr/>
          </p:nvSpPr>
          <p:spPr>
            <a:xfrm>
              <a:off x="4515489" y="2509870"/>
              <a:ext cx="2359469" cy="1748779"/>
            </a:xfrm>
            <a:prstGeom prst="rect">
              <a:avLst/>
            </a:prstGeom>
            <a:solidFill>
              <a:srgbClr val="E6F1FB"/>
            </a:solidFill>
            <a:ln w="9063" cap="flat">
              <a:noFill/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Rektangel 13">
              <a:extLst>
                <a:ext uri="{FF2B5EF4-FFF2-40B4-BE49-F238E27FC236}">
                  <a16:creationId xmlns:a16="http://schemas.microsoft.com/office/drawing/2014/main" id="{E714CA80-4682-F9BD-2EEE-DC8A2920DB1A}"/>
                </a:ext>
              </a:extLst>
            </p:cNvPr>
            <p:cNvSpPr/>
            <p:nvPr/>
          </p:nvSpPr>
          <p:spPr>
            <a:xfrm>
              <a:off x="2156019" y="761090"/>
              <a:ext cx="4718939" cy="3497559"/>
            </a:xfrm>
            <a:prstGeom prst="rect">
              <a:avLst/>
            </a:prstGeom>
            <a:noFill/>
            <a:ln w="13594" cap="flat">
              <a:solidFill>
                <a:srgbClr val="1F1E1D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5" name="Kombinationskurve 14">
              <a:extLst>
                <a:ext uri="{FF2B5EF4-FFF2-40B4-BE49-F238E27FC236}">
                  <a16:creationId xmlns:a16="http://schemas.microsoft.com/office/drawing/2014/main" id="{4B43F549-5E34-BFA3-4CB7-43E53F0D69A9}"/>
                </a:ext>
              </a:extLst>
            </p:cNvPr>
            <p:cNvSpPr/>
            <p:nvPr/>
          </p:nvSpPr>
          <p:spPr>
            <a:xfrm>
              <a:off x="4515489" y="761090"/>
              <a:ext cx="9074" cy="3497559"/>
            </a:xfrm>
            <a:custGeom>
              <a:avLst/>
              <a:gdLst>
                <a:gd name="csX0" fmla="*/ 0 w 9074"/>
                <a:gd name="csY0" fmla="*/ 0 h 3497559"/>
                <a:gd name="csX1" fmla="*/ 0 w 9074"/>
                <a:gd name="csY1" fmla="*/ 3497560 h 34975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074" h="3497559">
                  <a:moveTo>
                    <a:pt x="0" y="0"/>
                  </a:moveTo>
                  <a:lnTo>
                    <a:pt x="0" y="3497560"/>
                  </a:lnTo>
                </a:path>
              </a:pathLst>
            </a:custGeom>
            <a:ln w="13594" cap="flat">
              <a:solidFill>
                <a:srgbClr val="1F1E1D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Kombinationskurve 15">
              <a:extLst>
                <a:ext uri="{FF2B5EF4-FFF2-40B4-BE49-F238E27FC236}">
                  <a16:creationId xmlns:a16="http://schemas.microsoft.com/office/drawing/2014/main" id="{4D746861-CB28-7720-A8B0-3C2FAC1B2A7C}"/>
                </a:ext>
              </a:extLst>
            </p:cNvPr>
            <p:cNvSpPr/>
            <p:nvPr/>
          </p:nvSpPr>
          <p:spPr>
            <a:xfrm>
              <a:off x="2156019" y="2509870"/>
              <a:ext cx="4718939" cy="8743"/>
            </a:xfrm>
            <a:custGeom>
              <a:avLst/>
              <a:gdLst>
                <a:gd name="csX0" fmla="*/ 0 w 4718939"/>
                <a:gd name="csY0" fmla="*/ 0 h 8743"/>
                <a:gd name="csX1" fmla="*/ 4718940 w 4718939"/>
                <a:gd name="csY1" fmla="*/ 0 h 8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18939" h="8743">
                  <a:moveTo>
                    <a:pt x="0" y="0"/>
                  </a:moveTo>
                  <a:lnTo>
                    <a:pt x="4718940" y="0"/>
                  </a:lnTo>
                </a:path>
              </a:pathLst>
            </a:custGeom>
            <a:ln w="13594" cap="flat">
              <a:solidFill>
                <a:srgbClr val="1F1E1D"/>
              </a:solidFill>
              <a:prstDash val="solid"/>
              <a:miter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7" name="Tekstfelt 16">
              <a:extLst>
                <a:ext uri="{FF2B5EF4-FFF2-40B4-BE49-F238E27FC236}">
                  <a16:creationId xmlns:a16="http://schemas.microsoft.com/office/drawing/2014/main" id="{89AF4EAB-704F-744A-93F3-C485E6DD40A7}"/>
                </a:ext>
              </a:extLst>
            </p:cNvPr>
            <p:cNvSpPr txBox="1"/>
            <p:nvPr/>
          </p:nvSpPr>
          <p:spPr>
            <a:xfrm>
              <a:off x="2947103" y="828102"/>
              <a:ext cx="79701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sz="1050" b="1" spc="0" baseline="0" err="1">
                  <a:ln/>
                  <a:solidFill>
                    <a:srgbClr val="141413"/>
                  </a:solidFill>
                  <a:latin typeface="Segoe UI"/>
                  <a:cs typeface="Segoe UI"/>
                  <a:sym typeface="Segoe UI"/>
                  <a:rtl val="0"/>
                </a:rPr>
                <a:t>Strengths</a:t>
              </a:r>
              <a:endParaRPr lang="da-DK" sz="1050" b="1" spc="0" baseline="0">
                <a:ln/>
                <a:solidFill>
                  <a:srgbClr val="141413"/>
                </a:solidFill>
                <a:latin typeface="Segoe UI"/>
                <a:cs typeface="Segoe UI"/>
                <a:sym typeface="Segoe UI"/>
                <a:rtl val="0"/>
              </a:endParaRPr>
            </a:p>
          </p:txBody>
        </p:sp>
        <p:sp>
          <p:nvSpPr>
            <p:cNvPr id="18" name="Tekstfelt 17">
              <a:extLst>
                <a:ext uri="{FF2B5EF4-FFF2-40B4-BE49-F238E27FC236}">
                  <a16:creationId xmlns:a16="http://schemas.microsoft.com/office/drawing/2014/main" id="{550A7587-D5FD-EB1B-A0D6-42E948A9DF05}"/>
                </a:ext>
              </a:extLst>
            </p:cNvPr>
            <p:cNvSpPr txBox="1"/>
            <p:nvPr/>
          </p:nvSpPr>
          <p:spPr>
            <a:xfrm>
              <a:off x="5223780" y="828102"/>
              <a:ext cx="9428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a-DK" sz="1050" b="1" spc="0" baseline="0" err="1">
                  <a:ln/>
                  <a:solidFill>
                    <a:srgbClr val="141413"/>
                  </a:solidFill>
                  <a:latin typeface="Segoe UI"/>
                  <a:cs typeface="Segoe UI"/>
                  <a:sym typeface="Segoe UI"/>
                  <a:rtl val="0"/>
                </a:rPr>
                <a:t>Weaknesses</a:t>
              </a:r>
              <a:endParaRPr lang="da-DK" sz="1050" b="1" spc="0" baseline="0">
                <a:ln/>
                <a:solidFill>
                  <a:srgbClr val="141413"/>
                </a:solidFill>
                <a:latin typeface="Segoe UI"/>
                <a:cs typeface="Segoe UI"/>
                <a:sym typeface="Segoe UI"/>
                <a:rtl val="0"/>
              </a:endParaRPr>
            </a:p>
          </p:txBody>
        </p:sp>
        <p:sp>
          <p:nvSpPr>
            <p:cNvPr id="19" name="Tekstfelt 18">
              <a:extLst>
                <a:ext uri="{FF2B5EF4-FFF2-40B4-BE49-F238E27FC236}">
                  <a16:creationId xmlns:a16="http://schemas.microsoft.com/office/drawing/2014/main" id="{FD6D6D14-3426-EE66-8637-CDB61F058A50}"/>
                </a:ext>
              </a:extLst>
            </p:cNvPr>
            <p:cNvSpPr txBox="1"/>
            <p:nvPr/>
          </p:nvSpPr>
          <p:spPr>
            <a:xfrm>
              <a:off x="2802594" y="2576882"/>
              <a:ext cx="1066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a-DK" sz="1050" b="1" spc="0" baseline="0" dirty="0" err="1">
                  <a:ln/>
                  <a:solidFill>
                    <a:srgbClr val="141413"/>
                  </a:solidFill>
                  <a:latin typeface="Segoe UI"/>
                  <a:cs typeface="Segoe UI"/>
                  <a:sym typeface="Segoe UI"/>
                  <a:rtl val="0"/>
                </a:rPr>
                <a:t>Opportunities</a:t>
              </a:r>
              <a:endParaRPr lang="da-DK" sz="1050" b="1" spc="0" baseline="0" dirty="0">
                <a:ln/>
                <a:solidFill>
                  <a:srgbClr val="141413"/>
                </a:solidFill>
                <a:latin typeface="Segoe UI"/>
                <a:cs typeface="Segoe UI"/>
                <a:sym typeface="Segoe UI"/>
                <a:rtl val="0"/>
              </a:endParaRPr>
            </a:p>
          </p:txBody>
        </p:sp>
        <p:sp>
          <p:nvSpPr>
            <p:cNvPr id="22" name="Tekstfelt 21">
              <a:extLst>
                <a:ext uri="{FF2B5EF4-FFF2-40B4-BE49-F238E27FC236}">
                  <a16:creationId xmlns:a16="http://schemas.microsoft.com/office/drawing/2014/main" id="{43510244-65DC-3AD9-B28B-5D628F348BFF}"/>
                </a:ext>
              </a:extLst>
            </p:cNvPr>
            <p:cNvSpPr txBox="1"/>
            <p:nvPr/>
          </p:nvSpPr>
          <p:spPr>
            <a:xfrm>
              <a:off x="5368050" y="2576882"/>
              <a:ext cx="65434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a-DK" sz="1050" b="1" spc="0" baseline="0" err="1">
                  <a:ln/>
                  <a:solidFill>
                    <a:srgbClr val="141413"/>
                  </a:solidFill>
                  <a:latin typeface="Segoe UI"/>
                  <a:cs typeface="Segoe UI"/>
                  <a:sym typeface="Segoe UI"/>
                  <a:rtl val="0"/>
                </a:rPr>
                <a:t>Threats</a:t>
              </a:r>
              <a:endParaRPr lang="da-DK" sz="1050" b="1" spc="0" baseline="0">
                <a:ln/>
                <a:solidFill>
                  <a:srgbClr val="141413"/>
                </a:solidFill>
                <a:latin typeface="Segoe UI"/>
                <a:cs typeface="Segoe UI"/>
                <a:sym typeface="Segoe UI"/>
                <a:rtl val="0"/>
              </a:endParaRPr>
            </a:p>
          </p:txBody>
        </p:sp>
        <p:sp>
          <p:nvSpPr>
            <p:cNvPr id="23" name="Tekstfelt 22">
              <a:extLst>
                <a:ext uri="{FF2B5EF4-FFF2-40B4-BE49-F238E27FC236}">
                  <a16:creationId xmlns:a16="http://schemas.microsoft.com/office/drawing/2014/main" id="{D59A0552-BDBF-FECB-B637-AD62B01C880A}"/>
                </a:ext>
              </a:extLst>
            </p:cNvPr>
            <p:cNvSpPr txBox="1"/>
            <p:nvPr/>
          </p:nvSpPr>
          <p:spPr>
            <a:xfrm>
              <a:off x="3062519" y="530257"/>
              <a:ext cx="56618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a-DK" sz="900" i="1" spc="0" baseline="0" dirty="0">
                  <a:ln/>
                  <a:solidFill>
                    <a:srgbClr val="3D3D3A"/>
                  </a:solidFill>
                  <a:latin typeface="Segoe UI"/>
                  <a:cs typeface="Segoe UI"/>
                  <a:sym typeface="Segoe UI"/>
                  <a:rtl val="0"/>
                </a:rPr>
                <a:t>Positive</a:t>
              </a:r>
            </a:p>
          </p:txBody>
        </p:sp>
        <p:sp>
          <p:nvSpPr>
            <p:cNvPr id="24" name="Tekstfelt 23">
              <a:extLst>
                <a:ext uri="{FF2B5EF4-FFF2-40B4-BE49-F238E27FC236}">
                  <a16:creationId xmlns:a16="http://schemas.microsoft.com/office/drawing/2014/main" id="{4257EC8F-CC44-9458-89FA-8CED621D8F2C}"/>
                </a:ext>
              </a:extLst>
            </p:cNvPr>
            <p:cNvSpPr txBox="1"/>
            <p:nvPr/>
          </p:nvSpPr>
          <p:spPr>
            <a:xfrm>
              <a:off x="5380073" y="4264514"/>
              <a:ext cx="63030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a-DK" sz="900" i="1" spc="0" baseline="0" dirty="0">
                  <a:ln/>
                  <a:solidFill>
                    <a:srgbClr val="3D3D3A"/>
                  </a:solidFill>
                  <a:latin typeface="Segoe UI"/>
                  <a:cs typeface="Segoe UI"/>
                  <a:sym typeface="Segoe UI"/>
                  <a:rtl val="0"/>
                </a:rPr>
                <a:t>Negative</a:t>
              </a:r>
            </a:p>
          </p:txBody>
        </p:sp>
        <p:sp>
          <p:nvSpPr>
            <p:cNvPr id="25" name="Tekstfelt 24">
              <a:extLst>
                <a:ext uri="{FF2B5EF4-FFF2-40B4-BE49-F238E27FC236}">
                  <a16:creationId xmlns:a16="http://schemas.microsoft.com/office/drawing/2014/main" id="{3A95D27A-1272-C47B-7A39-DB6C1BA09263}"/>
                </a:ext>
              </a:extLst>
            </p:cNvPr>
            <p:cNvSpPr txBox="1"/>
            <p:nvPr/>
          </p:nvSpPr>
          <p:spPr>
            <a:xfrm>
              <a:off x="1573507" y="1520063"/>
              <a:ext cx="57099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a-DK" sz="900" i="1" spc="0" baseline="0" dirty="0" err="1">
                  <a:ln/>
                  <a:solidFill>
                    <a:srgbClr val="3D3D3A"/>
                  </a:solidFill>
                  <a:latin typeface="Segoe UI"/>
                  <a:cs typeface="Segoe UI"/>
                  <a:sym typeface="Segoe UI"/>
                  <a:rtl val="0"/>
                </a:rPr>
                <a:t>Internal</a:t>
              </a:r>
              <a:endParaRPr lang="da-DK" sz="900" i="1" spc="0" baseline="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endParaRPr>
            </a:p>
          </p:txBody>
        </p:sp>
        <p:sp>
          <p:nvSpPr>
            <p:cNvPr id="26" name="Tekstfelt 25">
              <a:extLst>
                <a:ext uri="{FF2B5EF4-FFF2-40B4-BE49-F238E27FC236}">
                  <a16:creationId xmlns:a16="http://schemas.microsoft.com/office/drawing/2014/main" id="{65DA35CE-3ADF-1991-01EC-CC2353D41E74}"/>
                </a:ext>
              </a:extLst>
            </p:cNvPr>
            <p:cNvSpPr txBox="1"/>
            <p:nvPr/>
          </p:nvSpPr>
          <p:spPr>
            <a:xfrm>
              <a:off x="6856118" y="3225313"/>
              <a:ext cx="5870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a-DK" sz="900" i="1" spc="0" baseline="0" dirty="0" err="1">
                  <a:ln/>
                  <a:solidFill>
                    <a:srgbClr val="3D3D3A"/>
                  </a:solidFill>
                  <a:latin typeface="Segoe UI"/>
                  <a:cs typeface="Segoe UI"/>
                  <a:sym typeface="Segoe UI"/>
                  <a:rtl val="0"/>
                </a:rPr>
                <a:t>External</a:t>
              </a:r>
              <a:endParaRPr lang="da-DK" sz="900" i="1" spc="0" baseline="0" dirty="0">
                <a:ln/>
                <a:solidFill>
                  <a:srgbClr val="3D3D3A"/>
                </a:solidFill>
                <a:latin typeface="Segoe UI"/>
                <a:cs typeface="Segoe UI"/>
                <a:sym typeface="Segoe UI"/>
                <a:rtl val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4ED382-2FEF-EE37-3E59-DBC0853D26EA}"/>
                </a:ext>
              </a:extLst>
            </p:cNvPr>
            <p:cNvSpPr txBox="1"/>
            <p:nvPr/>
          </p:nvSpPr>
          <p:spPr>
            <a:xfrm>
              <a:off x="4513042" y="2830261"/>
              <a:ext cx="2364364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Adoption resistance if UI is confusing</a:t>
              </a:r>
            </a:p>
            <a:p>
              <a:pPr marL="171450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Data loss if file persistence fails</a:t>
              </a:r>
            </a:p>
            <a:p>
              <a:pPr marL="171450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Scope creep from nice-to-haves</a:t>
              </a:r>
            </a:p>
            <a:p>
              <a:pPr marL="171450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Potential privacy concerns</a:t>
              </a:r>
              <a:br>
                <a:rPr lang="en-GB" sz="1100">
                  <a:latin typeface="Aptos Narrow" panose="020B0004020202020204" pitchFamily="34" charset="0"/>
                </a:rPr>
              </a:br>
              <a:endParaRPr lang="en-DK" sz="1100">
                <a:latin typeface="Aptos Narrow" panose="020B00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B8F563-DE38-7DEA-6644-05D91CF487C7}"/>
                </a:ext>
              </a:extLst>
            </p:cNvPr>
            <p:cNvSpPr txBox="1"/>
            <p:nvPr/>
          </p:nvSpPr>
          <p:spPr>
            <a:xfrm>
              <a:off x="2167542" y="2830261"/>
              <a:ext cx="2336425" cy="127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Upgrade to online booking platform</a:t>
              </a:r>
            </a:p>
            <a:p>
              <a:pPr marL="628650" lvl="1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Web shop implementation</a:t>
              </a:r>
            </a:p>
            <a:p>
              <a:pPr marL="628650" lvl="1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Advanced customer data insights</a:t>
              </a:r>
            </a:p>
            <a:p>
              <a:pPr marL="628650" lvl="1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New sales strategies (newsletter, discount vouchers etc.)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569360-CD5A-17D5-23FC-88231CC67B97}"/>
                </a:ext>
              </a:extLst>
            </p:cNvPr>
            <p:cNvSpPr txBox="1"/>
            <p:nvPr/>
          </p:nvSpPr>
          <p:spPr>
            <a:xfrm>
              <a:off x="2165875" y="1075085"/>
              <a:ext cx="2359468" cy="127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Normal systemskrift"/>
                <a:buChar char="-"/>
              </a:pPr>
              <a:r>
                <a:rPr lang="en-GB" sz="1100" dirty="0">
                  <a:latin typeface="Aptos Narrow" panose="020B0004020202020204" pitchFamily="34" charset="0"/>
                </a:rPr>
                <a:t>Low technical barrier</a:t>
              </a:r>
            </a:p>
            <a:p>
              <a:pPr marL="171450" indent="-171450">
                <a:buFont typeface="Normal systemskrift"/>
                <a:buChar char="-"/>
              </a:pPr>
              <a:r>
                <a:rPr lang="en-GB" sz="1100" dirty="0">
                  <a:latin typeface="Aptos Narrow" panose="020B0004020202020204" pitchFamily="34" charset="0"/>
                </a:rPr>
                <a:t>Accountant gets direct access to financial records</a:t>
              </a:r>
            </a:p>
            <a:p>
              <a:pPr marL="628650" lvl="1" indent="-171450">
                <a:buFont typeface="Normal systemskrift"/>
                <a:buChar char="-"/>
              </a:pPr>
              <a:r>
                <a:rPr lang="en-GB" sz="1100" dirty="0">
                  <a:latin typeface="Aptos Narrow" panose="020B0004020202020204" pitchFamily="34" charset="0"/>
                </a:rPr>
                <a:t>No manual cross-checking</a:t>
              </a:r>
            </a:p>
            <a:p>
              <a:pPr marL="171450" indent="-171450">
                <a:buFont typeface="Normal systemskrift"/>
                <a:buChar char="-"/>
              </a:pPr>
              <a:r>
                <a:rPr lang="en-GB" sz="1100" dirty="0">
                  <a:latin typeface="Aptos Narrow" panose="020B0004020202020204" pitchFamily="34" charset="0"/>
                </a:rPr>
                <a:t>Assistant/Business Owner can manage bookings</a:t>
              </a:r>
            </a:p>
            <a:p>
              <a:pPr marL="171450" indent="-171450">
                <a:buFont typeface="Normal systemskrift"/>
                <a:buChar char="-"/>
              </a:pPr>
              <a:r>
                <a:rPr lang="en-GB" sz="1100" dirty="0">
                  <a:latin typeface="Aptos Narrow" panose="020B0004020202020204" pitchFamily="34" charset="0"/>
                </a:rPr>
                <a:t>File persistence</a:t>
              </a:r>
              <a:endParaRPr lang="en-DK" sz="1100">
                <a:latin typeface="Aptos Narrow" panose="020B00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8B4BD4-E18C-B8F4-2BD0-426D724734F2}"/>
                </a:ext>
              </a:extLst>
            </p:cNvPr>
            <p:cNvSpPr txBox="1"/>
            <p:nvPr/>
          </p:nvSpPr>
          <p:spPr>
            <a:xfrm>
              <a:off x="4527011" y="1081481"/>
              <a:ext cx="2336425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Low technical literacy of users</a:t>
              </a:r>
            </a:p>
            <a:p>
              <a:pPr marL="171450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No existing digital data to migrate</a:t>
              </a:r>
            </a:p>
            <a:p>
              <a:pPr marL="171450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Single laptop, no backup system</a:t>
              </a:r>
            </a:p>
            <a:p>
              <a:pPr marL="171450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Manual calendar as fallback risk</a:t>
              </a:r>
            </a:p>
            <a:p>
              <a:pPr marL="171450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No network, offline only</a:t>
              </a:r>
            </a:p>
            <a:p>
              <a:pPr marL="171450" indent="-171450">
                <a:buFont typeface="Normal systemskrift"/>
                <a:buChar char="-"/>
              </a:pPr>
              <a:r>
                <a:rPr lang="en-GB" sz="1100">
                  <a:latin typeface="Aptos Narrow" panose="020B0004020202020204" pitchFamily="34" charset="0"/>
                </a:rPr>
                <a:t>No customer data encryption</a:t>
              </a:r>
              <a:endParaRPr lang="en-DK" sz="1100">
                <a:latin typeface="Aptos Narrow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725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FB1BD-A50B-BD63-2552-9FE7C455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905204-E023-F29D-F86F-85392CD114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F3691-69B6-45D9-BFDC-87492A06AC7E}" type="slidenum">
              <a:rPr lang="en-DK" smtClean="0"/>
              <a:t>5</a:t>
            </a:fld>
            <a:endParaRPr lang="en-DK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E5D54FB-96A3-839A-86CA-4754F6042311}"/>
              </a:ext>
            </a:extLst>
          </p:cNvPr>
          <p:cNvSpPr/>
          <p:nvPr/>
        </p:nvSpPr>
        <p:spPr>
          <a:xfrm>
            <a:off x="292608" y="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>
                <a:solidFill>
                  <a:srgbClr val="0038A8"/>
                </a:solidFill>
                <a:latin typeface="Aptos Serif" pitchFamily="34" charset="0"/>
                <a:cs typeface="Aptos Serif" pitchFamily="34" charset="-120"/>
              </a:rPr>
              <a:t>Potential risks</a:t>
            </a:r>
            <a:endParaRPr lang="en-US" sz="280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C2C6CBE-D446-58E3-B0C1-FDB344F5A993}"/>
              </a:ext>
            </a:extLst>
          </p:cNvPr>
          <p:cNvSpPr>
            <a:spLocks/>
          </p:cNvSpPr>
          <p:nvPr/>
        </p:nvSpPr>
        <p:spPr>
          <a:xfrm>
            <a:off x="5029200" y="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33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- Harry’s Salon</a:t>
            </a:r>
            <a:endParaRPr lang="en-US" sz="1500" dirty="0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6235A949-707A-A198-1C47-0D393D05E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12475"/>
              </p:ext>
            </p:extLst>
          </p:nvPr>
        </p:nvGraphicFramePr>
        <p:xfrm>
          <a:off x="615007" y="843750"/>
          <a:ext cx="7913986" cy="3456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40665">
                  <a:extLst>
                    <a:ext uri="{9D8B030D-6E8A-4147-A177-3AD203B41FA5}">
                      <a16:colId xmlns:a16="http://schemas.microsoft.com/office/drawing/2014/main" val="141079064"/>
                    </a:ext>
                  </a:extLst>
                </a:gridCol>
                <a:gridCol w="6873321">
                  <a:extLst>
                    <a:ext uri="{9D8B030D-6E8A-4147-A177-3AD203B41FA5}">
                      <a16:colId xmlns:a16="http://schemas.microsoft.com/office/drawing/2014/main" val="382793609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b="1" i="1">
                          <a:solidFill>
                            <a:srgbClr val="0038A8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Source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b="1" i="1" dirty="0" err="1">
                          <a:solidFill>
                            <a:srgbClr val="0038A8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Description</a:t>
                      </a:r>
                      <a:endParaRPr lang="da-DK" sz="1200" b="1" i="1" dirty="0">
                        <a:solidFill>
                          <a:srgbClr val="0038A8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D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28022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i="1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Threat</a:t>
                      </a:r>
                      <a:endParaRPr lang="da-DK" sz="1200" i="1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If date/time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logic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has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errors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,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then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double-bookings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occur</a:t>
                      </a:r>
                      <a:endParaRPr lang="da-DK" sz="1200" dirty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51369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i="1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Threat</a:t>
                      </a:r>
                      <a:endParaRPr lang="da-DK" sz="1200" i="1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If the Assistant/Business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Owner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resist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using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the system,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then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adoption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fails</a:t>
                      </a:r>
                      <a:endParaRPr lang="da-DK" sz="1200" dirty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696426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i="1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Threat</a:t>
                      </a:r>
                      <a:endParaRPr lang="da-DK" sz="1200" i="1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If menu navigation is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unclear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,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then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the Assistant/Business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Owner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might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enter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wrong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input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820448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i="1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Weakness</a:t>
                      </a:r>
                      <a:endParaRPr lang="da-DK" sz="1200" i="1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If the data file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corrupts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or is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deleted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,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then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all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appointment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history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is lost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78047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i="1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Weakness</a:t>
                      </a:r>
                      <a:endParaRPr lang="da-DK" sz="1200" i="1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If the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laptop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fails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,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then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the system is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completely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unavailable</a:t>
                      </a:r>
                      <a:endParaRPr lang="da-DK" sz="1200" dirty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901891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i="1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Weakness</a:t>
                      </a:r>
                      <a:endParaRPr lang="da-DK" sz="1200" i="1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Steep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transition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period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from manual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calendar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to digital solution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since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there’s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no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way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to import data</a:t>
                      </a: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204246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i="1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Weakness</a:t>
                      </a:r>
                      <a:endParaRPr lang="da-DK" sz="1200" i="1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Initial solution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doesn’t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include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data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encryption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which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limits the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customer</a:t>
                      </a:r>
                      <a:r>
                        <a:rPr lang="da-DK" sz="120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 data </a:t>
                      </a:r>
                      <a:r>
                        <a:rPr lang="da-DK" sz="1200" dirty="0" err="1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usage</a:t>
                      </a:r>
                      <a:endParaRPr lang="da-DK" sz="1200" dirty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marL="51783" marR="51783" marT="25891" marB="25891"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925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43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1B591-A05A-BDC3-6EDE-D4D772C7B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52FD68-4AA5-CFB5-153D-9FA9ED4B61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F3691-69B6-45D9-BFDC-87492A06AC7E}" type="slidenum">
              <a:rPr lang="en-DK" smtClean="0"/>
              <a:t>6</a:t>
            </a:fld>
            <a:endParaRPr lang="en-DK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3E2E8E0-074F-24CF-3181-AA12C07A9E2A}"/>
              </a:ext>
            </a:extLst>
          </p:cNvPr>
          <p:cNvSpPr/>
          <p:nvPr/>
        </p:nvSpPr>
        <p:spPr>
          <a:xfrm>
            <a:off x="292608" y="0"/>
            <a:ext cx="53289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0038A8"/>
                </a:solidFill>
                <a:latin typeface="Aptos Serif" pitchFamily="34" charset="0"/>
                <a:cs typeface="Aptos Serif" pitchFamily="34" charset="-120"/>
              </a:rPr>
              <a:t>Probability-Impact matrix</a:t>
            </a:r>
            <a:endParaRPr lang="en-US" sz="28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5560044-4668-2BF7-CCAE-23732E56FC48}"/>
              </a:ext>
            </a:extLst>
          </p:cNvPr>
          <p:cNvSpPr>
            <a:spLocks/>
          </p:cNvSpPr>
          <p:nvPr/>
        </p:nvSpPr>
        <p:spPr>
          <a:xfrm>
            <a:off x="5029200" y="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33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 - Harry’s Salon</a:t>
            </a:r>
            <a:endParaRPr lang="en-US" sz="1500" dirty="0"/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86598BD2-4F25-198D-F3CB-6110ED7DD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911750"/>
              </p:ext>
            </p:extLst>
          </p:nvPr>
        </p:nvGraphicFramePr>
        <p:xfrm>
          <a:off x="460638" y="793350"/>
          <a:ext cx="8222724" cy="355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4691">
                  <a:extLst>
                    <a:ext uri="{9D8B030D-6E8A-4147-A177-3AD203B41FA5}">
                      <a16:colId xmlns:a16="http://schemas.microsoft.com/office/drawing/2014/main" val="2408274133"/>
                    </a:ext>
                  </a:extLst>
                </a:gridCol>
                <a:gridCol w="825867">
                  <a:extLst>
                    <a:ext uri="{9D8B030D-6E8A-4147-A177-3AD203B41FA5}">
                      <a16:colId xmlns:a16="http://schemas.microsoft.com/office/drawing/2014/main" val="2819911707"/>
                    </a:ext>
                  </a:extLst>
                </a:gridCol>
                <a:gridCol w="1108134">
                  <a:extLst>
                    <a:ext uri="{9D8B030D-6E8A-4147-A177-3AD203B41FA5}">
                      <a16:colId xmlns:a16="http://schemas.microsoft.com/office/drawing/2014/main" val="1479852888"/>
                    </a:ext>
                  </a:extLst>
                </a:gridCol>
                <a:gridCol w="619367">
                  <a:extLst>
                    <a:ext uri="{9D8B030D-6E8A-4147-A177-3AD203B41FA5}">
                      <a16:colId xmlns:a16="http://schemas.microsoft.com/office/drawing/2014/main" val="466874382"/>
                    </a:ext>
                  </a:extLst>
                </a:gridCol>
                <a:gridCol w="1994665">
                  <a:extLst>
                    <a:ext uri="{9D8B030D-6E8A-4147-A177-3AD203B41FA5}">
                      <a16:colId xmlns:a16="http://schemas.microsoft.com/office/drawing/2014/main" val="401509777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da-DK" sz="1200" b="1" i="1" dirty="0">
                          <a:solidFill>
                            <a:srgbClr val="0038A8"/>
                          </a:solidFill>
                          <a:latin typeface="Aptos Serif"/>
                          <a:cs typeface="Aptos Serif"/>
                        </a:rPr>
                        <a:t>Risk (</a:t>
                      </a:r>
                      <a:r>
                        <a:rPr lang="da-DK" sz="1200" b="1" i="1" dirty="0" err="1">
                          <a:solidFill>
                            <a:srgbClr val="0038A8"/>
                          </a:solidFill>
                          <a:latin typeface="Aptos Serif"/>
                          <a:cs typeface="Aptos Serif"/>
                        </a:rPr>
                        <a:t>if</a:t>
                      </a:r>
                      <a:r>
                        <a:rPr lang="da-DK" sz="1200" b="1" i="1" dirty="0">
                          <a:solidFill>
                            <a:srgbClr val="0038A8"/>
                          </a:solidFill>
                          <a:latin typeface="Aptos Serif"/>
                          <a:cs typeface="Aptos Serif"/>
                        </a:rPr>
                        <a:t>… </a:t>
                      </a:r>
                      <a:r>
                        <a:rPr lang="da-DK" sz="1200" b="1" i="1" dirty="0" err="1">
                          <a:solidFill>
                            <a:srgbClr val="0038A8"/>
                          </a:solidFill>
                          <a:latin typeface="Aptos Serif"/>
                          <a:cs typeface="Aptos Serif"/>
                        </a:rPr>
                        <a:t>then</a:t>
                      </a:r>
                      <a:r>
                        <a:rPr lang="da-DK" sz="1200" b="1" i="1" dirty="0">
                          <a:solidFill>
                            <a:srgbClr val="0038A8"/>
                          </a:solidFill>
                          <a:latin typeface="Aptos Serif"/>
                          <a:cs typeface="Aptos Serif"/>
                        </a:rPr>
                        <a:t>)</a:t>
                      </a:r>
                      <a:endParaRPr lang="da-DK" sz="1200" b="1" i="1" dirty="0">
                        <a:solidFill>
                          <a:srgbClr val="0038A8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1" i="1">
                          <a:solidFill>
                            <a:srgbClr val="0038A8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(I)</a:t>
                      </a:r>
                      <a:r>
                        <a:rPr lang="da-DK" sz="1200" b="1" i="1" err="1">
                          <a:solidFill>
                            <a:srgbClr val="0038A8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mpact</a:t>
                      </a:r>
                      <a:endParaRPr lang="da-DK" sz="1200" b="1" i="1">
                        <a:solidFill>
                          <a:srgbClr val="0038A8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1" i="1">
                          <a:solidFill>
                            <a:srgbClr val="0038A8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(P)</a:t>
                      </a:r>
                      <a:r>
                        <a:rPr lang="da-DK" sz="1200" b="1" i="1" err="1">
                          <a:solidFill>
                            <a:srgbClr val="0038A8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robability</a:t>
                      </a:r>
                      <a:endParaRPr lang="da-DK" sz="1200" b="1" i="1">
                        <a:solidFill>
                          <a:srgbClr val="0038A8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1" i="1" dirty="0">
                          <a:solidFill>
                            <a:srgbClr val="0038A8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1" i="1">
                          <a:solidFill>
                            <a:srgbClr val="0038A8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4299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>
                          <a:latin typeface="Aptos Serif"/>
                          <a:cs typeface="Aptos Serif"/>
                        </a:rPr>
                        <a:t>Laptop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failure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-&gt; System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unavailable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5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10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Mitigate</a:t>
                      </a:r>
                      <a:endParaRPr lang="da-DK" sz="1200" b="0" i="0" dirty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51596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>
                          <a:latin typeface="Aptos Serif"/>
                          <a:cs typeface="Aptos Serif"/>
                        </a:rPr>
                        <a:t>File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corruption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-&gt; Data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loss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5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2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10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Mitigate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06062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a-DK" sz="1200" b="0" i="0">
                          <a:latin typeface="Aptos Serif"/>
                          <a:cs typeface="Aptos Serif"/>
                        </a:rPr>
                        <a:t>Date/time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logic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errors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-&gt; Double bookings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1200" b="0" i="0">
                          <a:latin typeface="Aptos Serif"/>
                          <a:cs typeface="Aptos Serif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1200" b="0" i="0">
                          <a:latin typeface="Aptos Serif"/>
                          <a:cs typeface="Aptos Serif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Mitigate</a:t>
                      </a:r>
                      <a:endParaRPr lang="da-DK" sz="1200" b="0" i="0">
                        <a:latin typeface="Aptos Serif"/>
                        <a:cs typeface="Apto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37984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Incorrect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payment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registration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-&gt; potential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accounting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issues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3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2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6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Mitigate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69431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Unintuitive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console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UI -&gt;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revert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to manual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calendar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2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3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6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Mitigate</a:t>
                      </a:r>
                      <a:endParaRPr lang="da-DK" sz="1200" b="0" i="0" dirty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01015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Plain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text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exposes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customer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data -&gt;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privacy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concerns</a:t>
                      </a:r>
                      <a:endParaRPr lang="da-DK" sz="1200" b="0" i="0" dirty="0">
                        <a:latin typeface="Aptos Serif"/>
                        <a:cs typeface="Apto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3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2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6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Mitigate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70069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Bookings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leave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no trace -&gt;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Accountant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cannot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reconcile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missing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payments</a:t>
                      </a:r>
                      <a:endParaRPr lang="da-DK" sz="1200" b="0" i="0" dirty="0">
                        <a:latin typeface="Aptos Serif"/>
                        <a:cs typeface="Apto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4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1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4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Accept</a:t>
                      </a:r>
                      <a:endParaRPr lang="da-DK" sz="1200" b="0" i="0" dirty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578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321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4CC46-4764-D33E-6776-CE28E6D56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8010C5-A180-2BF6-FD43-C110F1705E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0F3691-69B6-45D9-BFDC-87492A06AC7E}" type="slidenum">
              <a:rPr lang="en-DK" smtClean="0"/>
              <a:t>7</a:t>
            </a:fld>
            <a:endParaRPr lang="en-DK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F6C4B3A-2B4E-F9B6-D5BD-0279BBE26B90}"/>
              </a:ext>
            </a:extLst>
          </p:cNvPr>
          <p:cNvSpPr/>
          <p:nvPr/>
        </p:nvSpPr>
        <p:spPr>
          <a:xfrm>
            <a:off x="292608" y="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>
                <a:solidFill>
                  <a:srgbClr val="0038A8"/>
                </a:solidFill>
                <a:latin typeface="Aptos Serif" pitchFamily="34" charset="0"/>
                <a:cs typeface="Aptos Serif" pitchFamily="34" charset="-120"/>
              </a:rPr>
              <a:t>Risk mitigation plan</a:t>
            </a:r>
            <a:endParaRPr lang="en-US" sz="280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B73759F-4F7A-C3F5-9C3C-D9AC450B0E9A}"/>
              </a:ext>
            </a:extLst>
          </p:cNvPr>
          <p:cNvSpPr>
            <a:spLocks/>
          </p:cNvSpPr>
          <p:nvPr/>
        </p:nvSpPr>
        <p:spPr>
          <a:xfrm>
            <a:off x="5029200" y="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33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 - Harry’s Salon</a:t>
            </a:r>
            <a:endParaRPr lang="en-US" sz="1500" dirty="0"/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A8FCDA9B-A989-07C0-72AC-24C8F01A8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943160"/>
              </p:ext>
            </p:extLst>
          </p:nvPr>
        </p:nvGraphicFramePr>
        <p:xfrm>
          <a:off x="460630" y="689310"/>
          <a:ext cx="8222740" cy="376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512">
                  <a:extLst>
                    <a:ext uri="{9D8B030D-6E8A-4147-A177-3AD203B41FA5}">
                      <a16:colId xmlns:a16="http://schemas.microsoft.com/office/drawing/2014/main" val="2408274133"/>
                    </a:ext>
                  </a:extLst>
                </a:gridCol>
                <a:gridCol w="1654095">
                  <a:extLst>
                    <a:ext uri="{9D8B030D-6E8A-4147-A177-3AD203B41FA5}">
                      <a16:colId xmlns:a16="http://schemas.microsoft.com/office/drawing/2014/main" val="3136603311"/>
                    </a:ext>
                  </a:extLst>
                </a:gridCol>
                <a:gridCol w="1387928">
                  <a:extLst>
                    <a:ext uri="{9D8B030D-6E8A-4147-A177-3AD203B41FA5}">
                      <a16:colId xmlns:a16="http://schemas.microsoft.com/office/drawing/2014/main" val="1826638470"/>
                    </a:ext>
                  </a:extLst>
                </a:gridCol>
                <a:gridCol w="2559205">
                  <a:extLst>
                    <a:ext uri="{9D8B030D-6E8A-4147-A177-3AD203B41FA5}">
                      <a16:colId xmlns:a16="http://schemas.microsoft.com/office/drawing/2014/main" val="217025801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da-DK" sz="1200" b="1" i="1">
                          <a:solidFill>
                            <a:srgbClr val="0038A8"/>
                          </a:solidFill>
                          <a:latin typeface="Aptos Serif"/>
                          <a:cs typeface="Aptos Serif"/>
                        </a:rPr>
                        <a:t>Risk</a:t>
                      </a:r>
                      <a:endParaRPr lang="da-DK" sz="1200" b="1" i="1">
                        <a:solidFill>
                          <a:srgbClr val="0038A8"/>
                        </a:solidFill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1" i="1">
                          <a:solidFill>
                            <a:srgbClr val="0038A8"/>
                          </a:solidFill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1" i="1" err="1">
                          <a:solidFill>
                            <a:srgbClr val="0038A8"/>
                          </a:solidFill>
                          <a:latin typeface="Aptos Serif"/>
                          <a:cs typeface="Aptos Serif"/>
                        </a:rPr>
                        <a:t>Owner</a:t>
                      </a:r>
                      <a:endParaRPr lang="da-DK" sz="1200" b="1" i="1">
                        <a:solidFill>
                          <a:srgbClr val="0038A8"/>
                        </a:solidFill>
                        <a:latin typeface="Aptos Serif"/>
                        <a:cs typeface="Apto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C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a-DK" sz="1200" b="1" i="1" err="1">
                          <a:solidFill>
                            <a:srgbClr val="0038A8"/>
                          </a:solidFill>
                          <a:latin typeface="Aptos Serif"/>
                          <a:cs typeface="Aptos Serif"/>
                        </a:rPr>
                        <a:t>Early</a:t>
                      </a:r>
                      <a:r>
                        <a:rPr lang="da-DK" sz="1200" b="1" i="1">
                          <a:solidFill>
                            <a:srgbClr val="0038A8"/>
                          </a:solidFill>
                          <a:latin typeface="Aptos Serif"/>
                          <a:cs typeface="Aptos Serif"/>
                        </a:rPr>
                        <a:t> Warning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42995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>
                          <a:latin typeface="Aptos Serif"/>
                          <a:cs typeface="Aptos Serif"/>
                        </a:rPr>
                        <a:t>Laptop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failure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Weekly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backup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Business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Owner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Laptop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instability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-&gt; backup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51596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>
                          <a:latin typeface="Aptos Serif"/>
                          <a:cs typeface="Aptos Serif"/>
                        </a:rPr>
                        <a:t>File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corruption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200" b="0" i="0">
                          <a:latin typeface="Aptos Serif"/>
                          <a:cs typeface="Aptos Serif"/>
                        </a:rPr>
                        <a:t>Save-on-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write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,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DoD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restart test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i="0">
                          <a:latin typeface="Aptos Serif"/>
                          <a:cs typeface="Aptos Serif"/>
                        </a:rPr>
                        <a:t>Developer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200" b="0" i="0">
                          <a:latin typeface="Aptos Serif"/>
                          <a:cs typeface="Aptos Serif"/>
                        </a:rPr>
                        <a:t>Save-on-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write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/restart test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fails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-&gt; fix top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priority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06062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Date/time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logic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errors</a:t>
                      </a:r>
                      <a:endParaRPr lang="da-DK" sz="1200" b="0" i="0" dirty="0">
                        <a:latin typeface="Aptos Serif"/>
                        <a:cs typeface="Apto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1200" b="0" i="0">
                          <a:latin typeface="Aptos Serif"/>
                          <a:cs typeface="Aptos Serif"/>
                        </a:rPr>
                        <a:t>Input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validation</a:t>
                      </a:r>
                      <a:endParaRPr lang="da-DK" sz="1200" b="0" i="0">
                        <a:latin typeface="Aptos Serif"/>
                        <a:cs typeface="Apto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1200" b="0" i="0">
                          <a:latin typeface="Aptos Serif"/>
                          <a:cs typeface="Aptos Serif"/>
                        </a:rPr>
                        <a:t>Developer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Validation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test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fails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-&gt;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escalate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to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full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team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37984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Incorrect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payment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registration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DoD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validation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test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Developer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DoD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validation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test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fails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-&gt;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escalate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to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full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team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69431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Unintuitive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err="1">
                          <a:latin typeface="Aptos Serif"/>
                          <a:cs typeface="Aptos Serif"/>
                        </a:rPr>
                        <a:t>console</a:t>
                      </a:r>
                      <a:r>
                        <a:rPr lang="da-DK" sz="1200" b="0" i="0">
                          <a:latin typeface="Aptos Serif"/>
                          <a:cs typeface="Aptos Serif"/>
                        </a:rPr>
                        <a:t> UI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Test with non developer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Developer</a:t>
                      </a:r>
                      <a:endParaRPr lang="da-DK" sz="1200" b="0" i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Feedback -&gt;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Simplify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menu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structure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-&gt; Test</a:t>
                      </a:r>
                      <a:endParaRPr lang="da-DK" sz="1200" b="0" i="0" dirty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01015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Plain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text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exposes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customer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Only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store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necessary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customer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Developer + Business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Owner</a:t>
                      </a:r>
                      <a:endParaRPr lang="da-DK" sz="1200" b="0" i="0" dirty="0">
                        <a:latin typeface="Aptos Serif" panose="02020604070405020304" pitchFamily="18" charset="0"/>
                        <a:cs typeface="Aptos Serif" panose="0202060407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If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additional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customer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data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requested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-&gt;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encryption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dialogue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with Business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Owner</a:t>
                      </a:r>
                      <a:endParaRPr lang="da-DK" sz="1200" b="0" i="0" dirty="0">
                        <a:latin typeface="Aptos Serif"/>
                        <a:cs typeface="Aptos Serif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70069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Bookings </a:t>
                      </a:r>
                      <a:r>
                        <a:rPr lang="da-DK" sz="1200" b="0" i="0" dirty="0" err="1">
                          <a:latin typeface="Aptos Serif"/>
                          <a:cs typeface="Aptos Serif"/>
                        </a:rPr>
                        <a:t>leave</a:t>
                      </a:r>
                      <a:r>
                        <a:rPr lang="da-DK" sz="1200" b="0" i="0" dirty="0">
                          <a:latin typeface="Aptos Serif"/>
                          <a:cs typeface="Aptos Serif"/>
                        </a:rPr>
                        <a:t> no trace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/>
                          <a:cs typeface="Aptos Serif"/>
                        </a:rPr>
                        <a:t>Accepted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0" i="0" dirty="0">
                          <a:latin typeface="Aptos Serif" panose="02020604070405020304" pitchFamily="18" charset="0"/>
                          <a:cs typeface="Aptos Serif" panose="0202060407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578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454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8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3716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i="1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Questions?</a:t>
            </a:r>
            <a:endParaRPr lang="en-US" sz="5800"/>
          </a:p>
        </p:txBody>
      </p:sp>
      <p:sp>
        <p:nvSpPr>
          <p:cNvPr id="3" name="Text 1"/>
          <p:cNvSpPr/>
          <p:nvPr/>
        </p:nvSpPr>
        <p:spPr>
          <a:xfrm>
            <a:off x="292608" y="2468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8EDCA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>
              <a:latin typeface="Aptos Narrow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92608" y="3154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>
              <a:solidFill>
                <a:schemeClr val="bg1"/>
              </a:solidFill>
              <a:latin typeface="Aptos Narrow" panose="020B0004020202020204" pitchFamily="34" charset="0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8EDCA"/>
          </a:solidFill>
          <a:ln w="12700">
            <a:solidFill>
              <a:srgbClr val="F8EDC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292608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</a:t>
            </a:r>
            <a:endParaRPr lang="en-US" sz="1300"/>
          </a:p>
          <a:p>
            <a:pPr marL="0" indent="0" algn="l">
              <a:buNone/>
            </a:pPr>
            <a:r>
              <a:rPr lang="en-US" sz="850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Erhvervsakademi København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863840" y="4663440"/>
            <a:ext cx="731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003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8512" y="4736592"/>
            <a:ext cx="384048" cy="338328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8BD08AC3-A5FB-D616-A145-D9D9983FCF49}"/>
              </a:ext>
            </a:extLst>
          </p:cNvPr>
          <p:cNvSpPr/>
          <p:nvPr/>
        </p:nvSpPr>
        <p:spPr>
          <a:xfrm>
            <a:off x="292608" y="3081528"/>
            <a:ext cx="8339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8EDCA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Group 6: Isak, Nick, Patrick</a:t>
            </a:r>
            <a:endParaRPr lang="en-US" sz="1200" dirty="0">
              <a:latin typeface="Aptos Narrow" panose="020B0004020202020204" pitchFamily="34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CDBD5A5E-4199-5242-B91D-7D9CF626C008}"/>
              </a:ext>
            </a:extLst>
          </p:cNvPr>
          <p:cNvSpPr/>
          <p:nvPr/>
        </p:nvSpPr>
        <p:spPr>
          <a:xfrm>
            <a:off x="315849" y="3337560"/>
            <a:ext cx="8365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Aptos Narrow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https://github.com/PatrickClemmensen/AP_CS_SEM1_HARRYS</a:t>
            </a:r>
            <a:endParaRPr lang="en-US" sz="1100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FA79C27-4CC8-9A12-1011-D72A317022A3}"/>
              </a:ext>
            </a:extLst>
          </p:cNvPr>
          <p:cNvSpPr/>
          <p:nvPr/>
        </p:nvSpPr>
        <p:spPr>
          <a:xfrm>
            <a:off x="292608" y="36438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8EDCA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April 8, 2026</a:t>
            </a:r>
            <a:endParaRPr lang="en-US" sz="1000">
              <a:latin typeface="Aptos Narrow" panose="020B0004020202020204" pitchFamily="34" charset="0"/>
            </a:endParaRPr>
          </a:p>
        </p:txBody>
      </p:sp>
      <p:pic>
        <p:nvPicPr>
          <p:cNvPr id="16" name="Picture 6" descr="Download GitHub Logo in SVG Vector or PNG File Format - Logo.wine">
            <a:extLst>
              <a:ext uri="{FF2B5EF4-FFF2-40B4-BE49-F238E27FC236}">
                <a16:creationId xmlns:a16="http://schemas.microsoft.com/office/drawing/2014/main" id="{5F0280E6-27FF-E92A-6D2B-F81BDC5F1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354" y="3276764"/>
            <a:ext cx="569629" cy="37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348da0-b19e-4965-8681-ede4b8123f5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4B90DD14E74FA4B8A0B61928CFDD39C" ma:contentTypeVersion="5" ma:contentTypeDescription="Opret et nyt dokument." ma:contentTypeScope="" ma:versionID="d27c0801c3e7a91114674d60a33c94d1">
  <xsd:schema xmlns:xsd="http://www.w3.org/2001/XMLSchema" xmlns:xs="http://www.w3.org/2001/XMLSchema" xmlns:p="http://schemas.microsoft.com/office/2006/metadata/properties" xmlns:ns3="ec348da0-b19e-4965-8681-ede4b8123f50" targetNamespace="http://schemas.microsoft.com/office/2006/metadata/properties" ma:root="true" ma:fieldsID="df88f89f19b9542b8d977b595c3bbff0" ns3:_="">
    <xsd:import namespace="ec348da0-b19e-4965-8681-ede4b8123f5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48da0-b19e-4965-8681-ede4b8123f5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17FA80-5B56-4410-8139-DF244F34DEC0}">
  <ds:schemaRefs>
    <ds:schemaRef ds:uri="http://www.w3.org/XML/1998/namespace"/>
    <ds:schemaRef ds:uri="ec348da0-b19e-4965-8681-ede4b8123f50"/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4B99400-01CC-4757-8B20-AF0C952C51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AA4995-F2FF-4432-ACA4-BBA94215DDC0}">
  <ds:schemaRefs>
    <ds:schemaRef ds:uri="ec348da0-b19e-4965-8681-ede4b8123f5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</Words>
  <Application>Microsoft Macintosh PowerPoint</Application>
  <PresentationFormat>Skærmshow (16:9)</PresentationFormat>
  <Paragraphs>188</Paragraphs>
  <Slides>8</Slides>
  <Notes>8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6" baseType="lpstr">
      <vt:lpstr>Aptos</vt:lpstr>
      <vt:lpstr>Aptos Narrow</vt:lpstr>
      <vt:lpstr>Aptos Serif</vt:lpstr>
      <vt:lpstr>Arial</vt:lpstr>
      <vt:lpstr>Calibri</vt:lpstr>
      <vt:lpstr>Normal systemskrift</vt:lpstr>
      <vt:lpstr>Segoe UI</vt:lpstr>
      <vt:lpstr>Office Theme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Library in Innovation TechLab</dc:title>
  <dc:subject>PptxGenJS Presentation</dc:subject>
  <dc:creator>PptxGenJS</dc:creator>
  <cp:lastModifiedBy>Isak Pais</cp:lastModifiedBy>
  <cp:revision>1</cp:revision>
  <dcterms:created xsi:type="dcterms:W3CDTF">2026-02-19T13:59:31Z</dcterms:created>
  <dcterms:modified xsi:type="dcterms:W3CDTF">2026-03-26T09:24:30Z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0x01010094B90DD14E74FA4B8A0B61928CFDD39C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2026-03-26T09:24:23Z</vt:lpwstr>
  </property>
  <property fmtid="{D5CDD505-2E9C-101B-9397-08002B2CF9AE}" pid="5" name="MSIP_Label_defa4170-0d19-0005-0004-bc88714345d2_Method">
    <vt:lpwstr>Privileged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9aafd452-b819-40a3-a400-f94ff33b0125</vt:lpwstr>
  </property>
  <property fmtid="{D5CDD505-2E9C-101B-9397-08002B2CF9AE}" pid="8" name="MSIP_Label_defa4170-0d19-0005-0004-bc88714345d2_ActionId">
    <vt:lpwstr>6f272160-c7d2-4651-a78e-783f7af64556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50, 0, 1, 1</vt:lpwstr>
  </property>
</Properties>
</file>